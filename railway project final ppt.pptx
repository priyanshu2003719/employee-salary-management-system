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2" r:id="rId7"/>
    <p:sldId id="263" r:id="rId8"/>
    <p:sldId id="261"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49" d="100"/>
          <a:sy n="49" d="100"/>
        </p:scale>
        <p:origin x="130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diagrams/_rels/data3.xml.rels><?xml version="1.0" encoding="UTF-8" standalone="yes"?>
<Relationships xmlns="http://schemas.openxmlformats.org/package/2006/relationships"><Relationship Id="rId3" Type="http://schemas.openxmlformats.org/officeDocument/2006/relationships/hyperlink" Target="https://stackoverflow.com/questions/tagged/asp.net" TargetMode="External" /><Relationship Id="rId2" Type="http://schemas.openxmlformats.org/officeDocument/2006/relationships/hyperlink" Target="https://www.w3schools.com/asp/" TargetMode="External" /><Relationship Id="rId1" Type="http://schemas.openxmlformats.org/officeDocument/2006/relationships/hyperlink" Target="https://www.tutorialspoint.com/plsql/plsql_quick_guide.htm" TargetMode="External" /><Relationship Id="rId5" Type="http://schemas.openxmlformats.org/officeDocument/2006/relationships/hyperlink" Target="https://docs.microsoft.com/en-us/visualstudio/2013" TargetMode="External" /><Relationship Id="rId4" Type="http://schemas.openxmlformats.org/officeDocument/2006/relationships/hyperlink" Target="https://docs.oracle.com/cd/B28359_01/index.htm" TargetMode="External" /></Relationships>
</file>

<file path=ppt/diagrams/_rels/drawing3.xml.rels><?xml version="1.0" encoding="UTF-8" standalone="yes"?>
<Relationships xmlns="http://schemas.openxmlformats.org/package/2006/relationships"><Relationship Id="rId3" Type="http://schemas.openxmlformats.org/officeDocument/2006/relationships/hyperlink" Target="https://stackoverflow.com/questions/tagged/asp.net" TargetMode="External" /><Relationship Id="rId2" Type="http://schemas.openxmlformats.org/officeDocument/2006/relationships/hyperlink" Target="https://www.w3schools.com/asp/" TargetMode="External" /><Relationship Id="rId1" Type="http://schemas.openxmlformats.org/officeDocument/2006/relationships/hyperlink" Target="https://www.tutorialspoint.com/plsql/plsql_quick_guide.htm" TargetMode="External" /><Relationship Id="rId5" Type="http://schemas.openxmlformats.org/officeDocument/2006/relationships/hyperlink" Target="https://docs.microsoft.com/en-us/visualstudio/2013" TargetMode="External" /><Relationship Id="rId4" Type="http://schemas.openxmlformats.org/officeDocument/2006/relationships/hyperlink" Target="https://docs.oracle.com/cd/B28359_01/index.htm" TargetMode="Externa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FB48B7-76A3-4711-80B5-5A1A2ECB0BA3}" type="doc">
      <dgm:prSet loTypeId="urn:microsoft.com/office/officeart/2005/8/layout/cycle8" loCatId="cycle" qsTypeId="urn:microsoft.com/office/officeart/2005/8/quickstyle/simple1" qsCatId="simple" csTypeId="urn:microsoft.com/office/officeart/2005/8/colors/accent1_2" csCatId="accent1"/>
      <dgm:spPr/>
      <dgm:t>
        <a:bodyPr/>
        <a:lstStyle/>
        <a:p>
          <a:endParaRPr lang="en-IN"/>
        </a:p>
      </dgm:t>
    </dgm:pt>
    <dgm:pt modelId="{8D5DAC46-8678-4B9D-8234-2AEA76499BAA}">
      <dgm:prSet/>
      <dgm:spPr/>
      <dgm:t>
        <a:bodyPr/>
        <a:lstStyle/>
        <a:p>
          <a:r>
            <a:rPr lang="en-US" b="1"/>
            <a:t>Key Features</a:t>
          </a:r>
          <a:r>
            <a:rPr lang="en-US"/>
            <a:t>:</a:t>
          </a:r>
          <a:endParaRPr lang="en-IN"/>
        </a:p>
      </dgm:t>
    </dgm:pt>
    <dgm:pt modelId="{80AC960D-C0D3-4605-9820-01A93960826B}" type="parTrans" cxnId="{EB5ADE40-33F9-4A9D-8810-F638F052E650}">
      <dgm:prSet/>
      <dgm:spPr/>
      <dgm:t>
        <a:bodyPr/>
        <a:lstStyle/>
        <a:p>
          <a:endParaRPr lang="en-IN"/>
        </a:p>
      </dgm:t>
    </dgm:pt>
    <dgm:pt modelId="{F14FA03D-FF1E-4BDF-81BC-2D52C610BB0F}" type="sibTrans" cxnId="{EB5ADE40-33F9-4A9D-8810-F638F052E650}">
      <dgm:prSet/>
      <dgm:spPr/>
      <dgm:t>
        <a:bodyPr/>
        <a:lstStyle/>
        <a:p>
          <a:endParaRPr lang="en-IN"/>
        </a:p>
      </dgm:t>
    </dgm:pt>
    <dgm:pt modelId="{ADD7F524-E60F-4F7F-A30D-6C4957F28022}">
      <dgm:prSet/>
      <dgm:spPr/>
      <dgm:t>
        <a:bodyPr/>
        <a:lstStyle/>
        <a:p>
          <a:r>
            <a:rPr lang="en-US" dirty="0"/>
            <a:t>Automated Salary Calculation</a:t>
          </a:r>
          <a:endParaRPr lang="en-IN" dirty="0"/>
        </a:p>
      </dgm:t>
    </dgm:pt>
    <dgm:pt modelId="{1A7181A9-8A0F-46A1-A65E-B4B2A1508ED0}" type="parTrans" cxnId="{7B685121-C75A-4196-8FEA-8200F038198A}">
      <dgm:prSet/>
      <dgm:spPr/>
      <dgm:t>
        <a:bodyPr/>
        <a:lstStyle/>
        <a:p>
          <a:endParaRPr lang="en-IN"/>
        </a:p>
      </dgm:t>
    </dgm:pt>
    <dgm:pt modelId="{8A74F139-BDF0-4DBF-82C4-EE811EA38E30}" type="sibTrans" cxnId="{7B685121-C75A-4196-8FEA-8200F038198A}">
      <dgm:prSet/>
      <dgm:spPr/>
      <dgm:t>
        <a:bodyPr/>
        <a:lstStyle/>
        <a:p>
          <a:endParaRPr lang="en-IN"/>
        </a:p>
      </dgm:t>
    </dgm:pt>
    <dgm:pt modelId="{33D83288-E930-4E56-B266-13CB92D62046}">
      <dgm:prSet/>
      <dgm:spPr/>
      <dgm:t>
        <a:bodyPr/>
        <a:lstStyle/>
        <a:p>
          <a:r>
            <a:rPr lang="en-US" dirty="0"/>
            <a:t>Digital Pay Slips</a:t>
          </a:r>
          <a:endParaRPr lang="en-IN" dirty="0"/>
        </a:p>
      </dgm:t>
    </dgm:pt>
    <dgm:pt modelId="{7A59DE71-98B4-407A-849D-04B7E91CB2B6}" type="parTrans" cxnId="{D1778023-46B2-4AFF-A0CD-47B03370E4F5}">
      <dgm:prSet/>
      <dgm:spPr/>
      <dgm:t>
        <a:bodyPr/>
        <a:lstStyle/>
        <a:p>
          <a:endParaRPr lang="en-IN"/>
        </a:p>
      </dgm:t>
    </dgm:pt>
    <dgm:pt modelId="{4D58C1F0-1B50-44A5-96F0-F486E8C39457}" type="sibTrans" cxnId="{D1778023-46B2-4AFF-A0CD-47B03370E4F5}">
      <dgm:prSet/>
      <dgm:spPr/>
      <dgm:t>
        <a:bodyPr/>
        <a:lstStyle/>
        <a:p>
          <a:endParaRPr lang="en-IN"/>
        </a:p>
      </dgm:t>
    </dgm:pt>
    <dgm:pt modelId="{87E4B60A-F6D4-4CD5-B858-4383F7570D5B}">
      <dgm:prSet/>
      <dgm:spPr/>
      <dgm:t>
        <a:bodyPr/>
        <a:lstStyle/>
        <a:p>
          <a:r>
            <a:rPr lang="en-US"/>
            <a:t>Employee Management</a:t>
          </a:r>
          <a:endParaRPr lang="en-IN"/>
        </a:p>
      </dgm:t>
    </dgm:pt>
    <dgm:pt modelId="{2B816173-9DBB-477D-83BE-EC65512B8BAE}" type="parTrans" cxnId="{0D6F4D65-9726-4C38-A074-62D10DDCF95E}">
      <dgm:prSet/>
      <dgm:spPr/>
      <dgm:t>
        <a:bodyPr/>
        <a:lstStyle/>
        <a:p>
          <a:endParaRPr lang="en-IN"/>
        </a:p>
      </dgm:t>
    </dgm:pt>
    <dgm:pt modelId="{8A61AF94-6B6B-4C98-A981-A763ED51D439}" type="sibTrans" cxnId="{0D6F4D65-9726-4C38-A074-62D10DDCF95E}">
      <dgm:prSet/>
      <dgm:spPr/>
      <dgm:t>
        <a:bodyPr/>
        <a:lstStyle/>
        <a:p>
          <a:endParaRPr lang="en-IN"/>
        </a:p>
      </dgm:t>
    </dgm:pt>
    <dgm:pt modelId="{26441FD8-CC57-4B23-8CC4-AC143F1D305D}">
      <dgm:prSet/>
      <dgm:spPr/>
      <dgm:t>
        <a:bodyPr/>
        <a:lstStyle/>
        <a:p>
          <a:r>
            <a:rPr lang="en-US"/>
            <a:t>Report Generation</a:t>
          </a:r>
          <a:endParaRPr lang="en-IN"/>
        </a:p>
      </dgm:t>
    </dgm:pt>
    <dgm:pt modelId="{753B39FB-9F2E-48EE-8F4F-14C4C31ACADD}" type="parTrans" cxnId="{50BC8059-01AB-4F83-B876-2F7B3324FAC0}">
      <dgm:prSet/>
      <dgm:spPr/>
      <dgm:t>
        <a:bodyPr/>
        <a:lstStyle/>
        <a:p>
          <a:endParaRPr lang="en-IN"/>
        </a:p>
      </dgm:t>
    </dgm:pt>
    <dgm:pt modelId="{4ED633AB-7B32-4C1B-B646-CA4AC57EBEF6}" type="sibTrans" cxnId="{50BC8059-01AB-4F83-B876-2F7B3324FAC0}">
      <dgm:prSet/>
      <dgm:spPr/>
      <dgm:t>
        <a:bodyPr/>
        <a:lstStyle/>
        <a:p>
          <a:endParaRPr lang="en-IN"/>
        </a:p>
      </dgm:t>
    </dgm:pt>
    <dgm:pt modelId="{6BBD5A29-EE0F-48DF-BF63-0A0EA6B69C1D}" type="pres">
      <dgm:prSet presAssocID="{89FB48B7-76A3-4711-80B5-5A1A2ECB0BA3}" presName="compositeShape" presStyleCnt="0">
        <dgm:presLayoutVars>
          <dgm:chMax val="7"/>
          <dgm:dir/>
          <dgm:resizeHandles val="exact"/>
        </dgm:presLayoutVars>
      </dgm:prSet>
      <dgm:spPr/>
    </dgm:pt>
    <dgm:pt modelId="{7C9AD175-766B-4D98-9491-5AF0B8F1DB78}" type="pres">
      <dgm:prSet presAssocID="{89FB48B7-76A3-4711-80B5-5A1A2ECB0BA3}" presName="wedge1" presStyleLbl="node1" presStyleIdx="0" presStyleCnt="5"/>
      <dgm:spPr/>
    </dgm:pt>
    <dgm:pt modelId="{D1F5FFF5-A38B-4B0E-9023-1C06DD5336BC}" type="pres">
      <dgm:prSet presAssocID="{89FB48B7-76A3-4711-80B5-5A1A2ECB0BA3}" presName="dummy1a" presStyleCnt="0"/>
      <dgm:spPr/>
    </dgm:pt>
    <dgm:pt modelId="{1780A2C5-E777-4829-BD37-625644DD581B}" type="pres">
      <dgm:prSet presAssocID="{89FB48B7-76A3-4711-80B5-5A1A2ECB0BA3}" presName="dummy1b" presStyleCnt="0"/>
      <dgm:spPr/>
    </dgm:pt>
    <dgm:pt modelId="{6093335C-B5A1-4AB7-ADB9-0E66B72B6F06}" type="pres">
      <dgm:prSet presAssocID="{89FB48B7-76A3-4711-80B5-5A1A2ECB0BA3}" presName="wedge1Tx" presStyleLbl="node1" presStyleIdx="0" presStyleCnt="5">
        <dgm:presLayoutVars>
          <dgm:chMax val="0"/>
          <dgm:chPref val="0"/>
          <dgm:bulletEnabled val="1"/>
        </dgm:presLayoutVars>
      </dgm:prSet>
      <dgm:spPr/>
    </dgm:pt>
    <dgm:pt modelId="{8694DDC9-9237-40D3-831D-341B4EFADF34}" type="pres">
      <dgm:prSet presAssocID="{89FB48B7-76A3-4711-80B5-5A1A2ECB0BA3}" presName="wedge2" presStyleLbl="node1" presStyleIdx="1" presStyleCnt="5"/>
      <dgm:spPr/>
    </dgm:pt>
    <dgm:pt modelId="{E78D5D98-42D2-4E30-90E3-A38A88A5E80B}" type="pres">
      <dgm:prSet presAssocID="{89FB48B7-76A3-4711-80B5-5A1A2ECB0BA3}" presName="dummy2a" presStyleCnt="0"/>
      <dgm:spPr/>
    </dgm:pt>
    <dgm:pt modelId="{983BBCBA-4D07-4142-849E-8FAD7EAAA1D0}" type="pres">
      <dgm:prSet presAssocID="{89FB48B7-76A3-4711-80B5-5A1A2ECB0BA3}" presName="dummy2b" presStyleCnt="0"/>
      <dgm:spPr/>
    </dgm:pt>
    <dgm:pt modelId="{289120F5-CD17-4FA5-A1E8-433B884565DE}" type="pres">
      <dgm:prSet presAssocID="{89FB48B7-76A3-4711-80B5-5A1A2ECB0BA3}" presName="wedge2Tx" presStyleLbl="node1" presStyleIdx="1" presStyleCnt="5">
        <dgm:presLayoutVars>
          <dgm:chMax val="0"/>
          <dgm:chPref val="0"/>
          <dgm:bulletEnabled val="1"/>
        </dgm:presLayoutVars>
      </dgm:prSet>
      <dgm:spPr/>
    </dgm:pt>
    <dgm:pt modelId="{B45CD262-3D54-400A-B6AA-0012AA3A198A}" type="pres">
      <dgm:prSet presAssocID="{89FB48B7-76A3-4711-80B5-5A1A2ECB0BA3}" presName="wedge3" presStyleLbl="node1" presStyleIdx="2" presStyleCnt="5"/>
      <dgm:spPr/>
    </dgm:pt>
    <dgm:pt modelId="{0C5293F1-0CA6-4020-A3A2-328AA26B3A21}" type="pres">
      <dgm:prSet presAssocID="{89FB48B7-76A3-4711-80B5-5A1A2ECB0BA3}" presName="dummy3a" presStyleCnt="0"/>
      <dgm:spPr/>
    </dgm:pt>
    <dgm:pt modelId="{51CE6E84-1674-400D-BB9A-ECD32E6CB839}" type="pres">
      <dgm:prSet presAssocID="{89FB48B7-76A3-4711-80B5-5A1A2ECB0BA3}" presName="dummy3b" presStyleCnt="0"/>
      <dgm:spPr/>
    </dgm:pt>
    <dgm:pt modelId="{C3FEAAC7-E4E8-4C49-ABB8-6B8357FAF582}" type="pres">
      <dgm:prSet presAssocID="{89FB48B7-76A3-4711-80B5-5A1A2ECB0BA3}" presName="wedge3Tx" presStyleLbl="node1" presStyleIdx="2" presStyleCnt="5">
        <dgm:presLayoutVars>
          <dgm:chMax val="0"/>
          <dgm:chPref val="0"/>
          <dgm:bulletEnabled val="1"/>
        </dgm:presLayoutVars>
      </dgm:prSet>
      <dgm:spPr/>
    </dgm:pt>
    <dgm:pt modelId="{9D708117-8F54-42E7-B9D9-077E2378496F}" type="pres">
      <dgm:prSet presAssocID="{89FB48B7-76A3-4711-80B5-5A1A2ECB0BA3}" presName="wedge4" presStyleLbl="node1" presStyleIdx="3" presStyleCnt="5"/>
      <dgm:spPr/>
    </dgm:pt>
    <dgm:pt modelId="{04987682-73AC-479D-9AC2-AC2F9900716A}" type="pres">
      <dgm:prSet presAssocID="{89FB48B7-76A3-4711-80B5-5A1A2ECB0BA3}" presName="dummy4a" presStyleCnt="0"/>
      <dgm:spPr/>
    </dgm:pt>
    <dgm:pt modelId="{27C8653A-4DF2-402D-9F79-3123E5FE8762}" type="pres">
      <dgm:prSet presAssocID="{89FB48B7-76A3-4711-80B5-5A1A2ECB0BA3}" presName="dummy4b" presStyleCnt="0"/>
      <dgm:spPr/>
    </dgm:pt>
    <dgm:pt modelId="{EAD4BF0A-0F89-43CD-A1D4-8FE6BBDF0869}" type="pres">
      <dgm:prSet presAssocID="{89FB48B7-76A3-4711-80B5-5A1A2ECB0BA3}" presName="wedge4Tx" presStyleLbl="node1" presStyleIdx="3" presStyleCnt="5">
        <dgm:presLayoutVars>
          <dgm:chMax val="0"/>
          <dgm:chPref val="0"/>
          <dgm:bulletEnabled val="1"/>
        </dgm:presLayoutVars>
      </dgm:prSet>
      <dgm:spPr/>
    </dgm:pt>
    <dgm:pt modelId="{AE85CCEB-1DD9-47F8-A32A-28FE103AA5D5}" type="pres">
      <dgm:prSet presAssocID="{89FB48B7-76A3-4711-80B5-5A1A2ECB0BA3}" presName="wedge5" presStyleLbl="node1" presStyleIdx="4" presStyleCnt="5"/>
      <dgm:spPr/>
    </dgm:pt>
    <dgm:pt modelId="{6673B19C-CCDF-4B92-8044-05DC3327FDB7}" type="pres">
      <dgm:prSet presAssocID="{89FB48B7-76A3-4711-80B5-5A1A2ECB0BA3}" presName="dummy5a" presStyleCnt="0"/>
      <dgm:spPr/>
    </dgm:pt>
    <dgm:pt modelId="{B8357DC3-8FED-4AB9-B8DB-417877FF299C}" type="pres">
      <dgm:prSet presAssocID="{89FB48B7-76A3-4711-80B5-5A1A2ECB0BA3}" presName="dummy5b" presStyleCnt="0"/>
      <dgm:spPr/>
    </dgm:pt>
    <dgm:pt modelId="{4655C74D-125D-4EB0-93AD-A65EB8F88989}" type="pres">
      <dgm:prSet presAssocID="{89FB48B7-76A3-4711-80B5-5A1A2ECB0BA3}" presName="wedge5Tx" presStyleLbl="node1" presStyleIdx="4" presStyleCnt="5">
        <dgm:presLayoutVars>
          <dgm:chMax val="0"/>
          <dgm:chPref val="0"/>
          <dgm:bulletEnabled val="1"/>
        </dgm:presLayoutVars>
      </dgm:prSet>
      <dgm:spPr/>
    </dgm:pt>
    <dgm:pt modelId="{D8309E7C-34AB-4E27-B739-6EAEE80527E9}" type="pres">
      <dgm:prSet presAssocID="{F14FA03D-FF1E-4BDF-81BC-2D52C610BB0F}" presName="arrowWedge1" presStyleLbl="fgSibTrans2D1" presStyleIdx="0" presStyleCnt="5"/>
      <dgm:spPr/>
    </dgm:pt>
    <dgm:pt modelId="{E63F93CA-5C66-4FAB-88EF-876853788E1C}" type="pres">
      <dgm:prSet presAssocID="{8A74F139-BDF0-4DBF-82C4-EE811EA38E30}" presName="arrowWedge2" presStyleLbl="fgSibTrans2D1" presStyleIdx="1" presStyleCnt="5"/>
      <dgm:spPr/>
    </dgm:pt>
    <dgm:pt modelId="{2E52257D-7688-49B4-8323-2B2223CB6139}" type="pres">
      <dgm:prSet presAssocID="{4D58C1F0-1B50-44A5-96F0-F486E8C39457}" presName="arrowWedge3" presStyleLbl="fgSibTrans2D1" presStyleIdx="2" presStyleCnt="5"/>
      <dgm:spPr/>
    </dgm:pt>
    <dgm:pt modelId="{75CED827-F8D9-4B79-A94C-79B9F243DAC0}" type="pres">
      <dgm:prSet presAssocID="{8A61AF94-6B6B-4C98-A981-A763ED51D439}" presName="arrowWedge4" presStyleLbl="fgSibTrans2D1" presStyleIdx="3" presStyleCnt="5"/>
      <dgm:spPr/>
    </dgm:pt>
    <dgm:pt modelId="{2528DCDB-789F-4EC0-A71A-0C532DB429F7}" type="pres">
      <dgm:prSet presAssocID="{4ED633AB-7B32-4C1B-B646-CA4AC57EBEF6}" presName="arrowWedge5" presStyleLbl="fgSibTrans2D1" presStyleIdx="4" presStyleCnt="5"/>
      <dgm:spPr/>
    </dgm:pt>
  </dgm:ptLst>
  <dgm:cxnLst>
    <dgm:cxn modelId="{0BDF0308-4D42-4CF6-9336-F9AB8FF466CA}" type="presOf" srcId="{8D5DAC46-8678-4B9D-8234-2AEA76499BAA}" destId="{7C9AD175-766B-4D98-9491-5AF0B8F1DB78}" srcOrd="0" destOrd="0" presId="urn:microsoft.com/office/officeart/2005/8/layout/cycle8"/>
    <dgm:cxn modelId="{7B685121-C75A-4196-8FEA-8200F038198A}" srcId="{89FB48B7-76A3-4711-80B5-5A1A2ECB0BA3}" destId="{ADD7F524-E60F-4F7F-A30D-6C4957F28022}" srcOrd="1" destOrd="0" parTransId="{1A7181A9-8A0F-46A1-A65E-B4B2A1508ED0}" sibTransId="{8A74F139-BDF0-4DBF-82C4-EE811EA38E30}"/>
    <dgm:cxn modelId="{D1778023-46B2-4AFF-A0CD-47B03370E4F5}" srcId="{89FB48B7-76A3-4711-80B5-5A1A2ECB0BA3}" destId="{33D83288-E930-4E56-B266-13CB92D62046}" srcOrd="2" destOrd="0" parTransId="{7A59DE71-98B4-407A-849D-04B7E91CB2B6}" sibTransId="{4D58C1F0-1B50-44A5-96F0-F486E8C39457}"/>
    <dgm:cxn modelId="{24564240-B5EC-4EC2-A0D7-8782F0233CEC}" type="presOf" srcId="{ADD7F524-E60F-4F7F-A30D-6C4957F28022}" destId="{289120F5-CD17-4FA5-A1E8-433B884565DE}" srcOrd="1" destOrd="0" presId="urn:microsoft.com/office/officeart/2005/8/layout/cycle8"/>
    <dgm:cxn modelId="{9D994540-7E91-47B5-8AB4-B602FEF3D5F6}" type="presOf" srcId="{89FB48B7-76A3-4711-80B5-5A1A2ECB0BA3}" destId="{6BBD5A29-EE0F-48DF-BF63-0A0EA6B69C1D}" srcOrd="0" destOrd="0" presId="urn:microsoft.com/office/officeart/2005/8/layout/cycle8"/>
    <dgm:cxn modelId="{EB5ADE40-33F9-4A9D-8810-F638F052E650}" srcId="{89FB48B7-76A3-4711-80B5-5A1A2ECB0BA3}" destId="{8D5DAC46-8678-4B9D-8234-2AEA76499BAA}" srcOrd="0" destOrd="0" parTransId="{80AC960D-C0D3-4605-9820-01A93960826B}" sibTransId="{F14FA03D-FF1E-4BDF-81BC-2D52C610BB0F}"/>
    <dgm:cxn modelId="{0D6F4D65-9726-4C38-A074-62D10DDCF95E}" srcId="{89FB48B7-76A3-4711-80B5-5A1A2ECB0BA3}" destId="{87E4B60A-F6D4-4CD5-B858-4383F7570D5B}" srcOrd="3" destOrd="0" parTransId="{2B816173-9DBB-477D-83BE-EC65512B8BAE}" sibTransId="{8A61AF94-6B6B-4C98-A981-A763ED51D439}"/>
    <dgm:cxn modelId="{BE01016E-4C97-4F54-B95C-79407EC97C17}" type="presOf" srcId="{26441FD8-CC57-4B23-8CC4-AC143F1D305D}" destId="{AE85CCEB-1DD9-47F8-A32A-28FE103AA5D5}" srcOrd="0" destOrd="0" presId="urn:microsoft.com/office/officeart/2005/8/layout/cycle8"/>
    <dgm:cxn modelId="{2F296771-9516-4FAC-8FA8-6985D96B7302}" type="presOf" srcId="{26441FD8-CC57-4B23-8CC4-AC143F1D305D}" destId="{4655C74D-125D-4EB0-93AD-A65EB8F88989}" srcOrd="1" destOrd="0" presId="urn:microsoft.com/office/officeart/2005/8/layout/cycle8"/>
    <dgm:cxn modelId="{50BC8059-01AB-4F83-B876-2F7B3324FAC0}" srcId="{89FB48B7-76A3-4711-80B5-5A1A2ECB0BA3}" destId="{26441FD8-CC57-4B23-8CC4-AC143F1D305D}" srcOrd="4" destOrd="0" parTransId="{753B39FB-9F2E-48EE-8F4F-14C4C31ACADD}" sibTransId="{4ED633AB-7B32-4C1B-B646-CA4AC57EBEF6}"/>
    <dgm:cxn modelId="{D8F7FF81-E160-4FFB-A7B7-F0EC917C96DE}" type="presOf" srcId="{33D83288-E930-4E56-B266-13CB92D62046}" destId="{B45CD262-3D54-400A-B6AA-0012AA3A198A}" srcOrd="0" destOrd="0" presId="urn:microsoft.com/office/officeart/2005/8/layout/cycle8"/>
    <dgm:cxn modelId="{BE89BD8E-4B6E-4CFB-8242-CF513227FEAA}" type="presOf" srcId="{87E4B60A-F6D4-4CD5-B858-4383F7570D5B}" destId="{9D708117-8F54-42E7-B9D9-077E2378496F}" srcOrd="0" destOrd="0" presId="urn:microsoft.com/office/officeart/2005/8/layout/cycle8"/>
    <dgm:cxn modelId="{E623C59E-221D-4A3E-A77D-AA9A2B3FF4D6}" type="presOf" srcId="{87E4B60A-F6D4-4CD5-B858-4383F7570D5B}" destId="{EAD4BF0A-0F89-43CD-A1D4-8FE6BBDF0869}" srcOrd="1" destOrd="0" presId="urn:microsoft.com/office/officeart/2005/8/layout/cycle8"/>
    <dgm:cxn modelId="{F25875D7-12AD-4E14-819E-DAD8B8C196EB}" type="presOf" srcId="{ADD7F524-E60F-4F7F-A30D-6C4957F28022}" destId="{8694DDC9-9237-40D3-831D-341B4EFADF34}" srcOrd="0" destOrd="0" presId="urn:microsoft.com/office/officeart/2005/8/layout/cycle8"/>
    <dgm:cxn modelId="{7DDD5CE2-246D-4CFF-875C-BBA771DFF579}" type="presOf" srcId="{33D83288-E930-4E56-B266-13CB92D62046}" destId="{C3FEAAC7-E4E8-4C49-ABB8-6B8357FAF582}" srcOrd="1" destOrd="0" presId="urn:microsoft.com/office/officeart/2005/8/layout/cycle8"/>
    <dgm:cxn modelId="{52F0DEF8-F129-4E6F-8BA2-198901203F8A}" type="presOf" srcId="{8D5DAC46-8678-4B9D-8234-2AEA76499BAA}" destId="{6093335C-B5A1-4AB7-ADB9-0E66B72B6F06}" srcOrd="1" destOrd="0" presId="urn:microsoft.com/office/officeart/2005/8/layout/cycle8"/>
    <dgm:cxn modelId="{ECACCD1F-CF4B-44BA-B9D4-A65A6EB71619}" type="presParOf" srcId="{6BBD5A29-EE0F-48DF-BF63-0A0EA6B69C1D}" destId="{7C9AD175-766B-4D98-9491-5AF0B8F1DB78}" srcOrd="0" destOrd="0" presId="urn:microsoft.com/office/officeart/2005/8/layout/cycle8"/>
    <dgm:cxn modelId="{14E7353A-F1A2-421B-883F-49ED88A67158}" type="presParOf" srcId="{6BBD5A29-EE0F-48DF-BF63-0A0EA6B69C1D}" destId="{D1F5FFF5-A38B-4B0E-9023-1C06DD5336BC}" srcOrd="1" destOrd="0" presId="urn:microsoft.com/office/officeart/2005/8/layout/cycle8"/>
    <dgm:cxn modelId="{30900875-FD5D-4867-8C15-10D8E35CB35B}" type="presParOf" srcId="{6BBD5A29-EE0F-48DF-BF63-0A0EA6B69C1D}" destId="{1780A2C5-E777-4829-BD37-625644DD581B}" srcOrd="2" destOrd="0" presId="urn:microsoft.com/office/officeart/2005/8/layout/cycle8"/>
    <dgm:cxn modelId="{F414E73F-4215-4CA9-8892-AF9A2C9A78A8}" type="presParOf" srcId="{6BBD5A29-EE0F-48DF-BF63-0A0EA6B69C1D}" destId="{6093335C-B5A1-4AB7-ADB9-0E66B72B6F06}" srcOrd="3" destOrd="0" presId="urn:microsoft.com/office/officeart/2005/8/layout/cycle8"/>
    <dgm:cxn modelId="{EF2A207E-0C88-4CD6-A63B-349189F978E5}" type="presParOf" srcId="{6BBD5A29-EE0F-48DF-BF63-0A0EA6B69C1D}" destId="{8694DDC9-9237-40D3-831D-341B4EFADF34}" srcOrd="4" destOrd="0" presId="urn:microsoft.com/office/officeart/2005/8/layout/cycle8"/>
    <dgm:cxn modelId="{97D5E90D-5479-4FED-91DD-4772D2E4D6C8}" type="presParOf" srcId="{6BBD5A29-EE0F-48DF-BF63-0A0EA6B69C1D}" destId="{E78D5D98-42D2-4E30-90E3-A38A88A5E80B}" srcOrd="5" destOrd="0" presId="urn:microsoft.com/office/officeart/2005/8/layout/cycle8"/>
    <dgm:cxn modelId="{795956D8-3679-4D2B-A2F3-7B983EC0D4BE}" type="presParOf" srcId="{6BBD5A29-EE0F-48DF-BF63-0A0EA6B69C1D}" destId="{983BBCBA-4D07-4142-849E-8FAD7EAAA1D0}" srcOrd="6" destOrd="0" presId="urn:microsoft.com/office/officeart/2005/8/layout/cycle8"/>
    <dgm:cxn modelId="{425E156E-E0EE-4743-8655-EF7E0771AF10}" type="presParOf" srcId="{6BBD5A29-EE0F-48DF-BF63-0A0EA6B69C1D}" destId="{289120F5-CD17-4FA5-A1E8-433B884565DE}" srcOrd="7" destOrd="0" presId="urn:microsoft.com/office/officeart/2005/8/layout/cycle8"/>
    <dgm:cxn modelId="{36D8CAD4-64DE-4887-AFBD-F99AFE461F78}" type="presParOf" srcId="{6BBD5A29-EE0F-48DF-BF63-0A0EA6B69C1D}" destId="{B45CD262-3D54-400A-B6AA-0012AA3A198A}" srcOrd="8" destOrd="0" presId="urn:microsoft.com/office/officeart/2005/8/layout/cycle8"/>
    <dgm:cxn modelId="{4A83B48D-D923-4711-A787-313776928D81}" type="presParOf" srcId="{6BBD5A29-EE0F-48DF-BF63-0A0EA6B69C1D}" destId="{0C5293F1-0CA6-4020-A3A2-328AA26B3A21}" srcOrd="9" destOrd="0" presId="urn:microsoft.com/office/officeart/2005/8/layout/cycle8"/>
    <dgm:cxn modelId="{779B42E4-C37D-499E-A8C6-FDD3B20A3D3E}" type="presParOf" srcId="{6BBD5A29-EE0F-48DF-BF63-0A0EA6B69C1D}" destId="{51CE6E84-1674-400D-BB9A-ECD32E6CB839}" srcOrd="10" destOrd="0" presId="urn:microsoft.com/office/officeart/2005/8/layout/cycle8"/>
    <dgm:cxn modelId="{5EFD3041-E506-4F8A-9275-228F31DD05E5}" type="presParOf" srcId="{6BBD5A29-EE0F-48DF-BF63-0A0EA6B69C1D}" destId="{C3FEAAC7-E4E8-4C49-ABB8-6B8357FAF582}" srcOrd="11" destOrd="0" presId="urn:microsoft.com/office/officeart/2005/8/layout/cycle8"/>
    <dgm:cxn modelId="{3478150B-B01B-47C2-A01E-497A947385E3}" type="presParOf" srcId="{6BBD5A29-EE0F-48DF-BF63-0A0EA6B69C1D}" destId="{9D708117-8F54-42E7-B9D9-077E2378496F}" srcOrd="12" destOrd="0" presId="urn:microsoft.com/office/officeart/2005/8/layout/cycle8"/>
    <dgm:cxn modelId="{A4E11C64-AA93-4EF4-A656-511606636C77}" type="presParOf" srcId="{6BBD5A29-EE0F-48DF-BF63-0A0EA6B69C1D}" destId="{04987682-73AC-479D-9AC2-AC2F9900716A}" srcOrd="13" destOrd="0" presId="urn:microsoft.com/office/officeart/2005/8/layout/cycle8"/>
    <dgm:cxn modelId="{10610FB2-EBE8-44B0-A55D-50E4CF122B0E}" type="presParOf" srcId="{6BBD5A29-EE0F-48DF-BF63-0A0EA6B69C1D}" destId="{27C8653A-4DF2-402D-9F79-3123E5FE8762}" srcOrd="14" destOrd="0" presId="urn:microsoft.com/office/officeart/2005/8/layout/cycle8"/>
    <dgm:cxn modelId="{2D6B73A0-A814-43C0-AE1B-101DF2CB7F65}" type="presParOf" srcId="{6BBD5A29-EE0F-48DF-BF63-0A0EA6B69C1D}" destId="{EAD4BF0A-0F89-43CD-A1D4-8FE6BBDF0869}" srcOrd="15" destOrd="0" presId="urn:microsoft.com/office/officeart/2005/8/layout/cycle8"/>
    <dgm:cxn modelId="{B81D25F0-F1F3-4576-B313-6C3B7C91F5E5}" type="presParOf" srcId="{6BBD5A29-EE0F-48DF-BF63-0A0EA6B69C1D}" destId="{AE85CCEB-1DD9-47F8-A32A-28FE103AA5D5}" srcOrd="16" destOrd="0" presId="urn:microsoft.com/office/officeart/2005/8/layout/cycle8"/>
    <dgm:cxn modelId="{0E6C3D8D-A8FA-4BA2-9A8C-825DDF4071A4}" type="presParOf" srcId="{6BBD5A29-EE0F-48DF-BF63-0A0EA6B69C1D}" destId="{6673B19C-CCDF-4B92-8044-05DC3327FDB7}" srcOrd="17" destOrd="0" presId="urn:microsoft.com/office/officeart/2005/8/layout/cycle8"/>
    <dgm:cxn modelId="{9CDB364A-E433-4B17-9B26-469871F76D4D}" type="presParOf" srcId="{6BBD5A29-EE0F-48DF-BF63-0A0EA6B69C1D}" destId="{B8357DC3-8FED-4AB9-B8DB-417877FF299C}" srcOrd="18" destOrd="0" presId="urn:microsoft.com/office/officeart/2005/8/layout/cycle8"/>
    <dgm:cxn modelId="{B75E8C6D-6CD7-4CA4-8AAA-D6EF39FF2259}" type="presParOf" srcId="{6BBD5A29-EE0F-48DF-BF63-0A0EA6B69C1D}" destId="{4655C74D-125D-4EB0-93AD-A65EB8F88989}" srcOrd="19" destOrd="0" presId="urn:microsoft.com/office/officeart/2005/8/layout/cycle8"/>
    <dgm:cxn modelId="{E4D34DF9-E757-4F42-BF9D-F06CFD2A4707}" type="presParOf" srcId="{6BBD5A29-EE0F-48DF-BF63-0A0EA6B69C1D}" destId="{D8309E7C-34AB-4E27-B739-6EAEE80527E9}" srcOrd="20" destOrd="0" presId="urn:microsoft.com/office/officeart/2005/8/layout/cycle8"/>
    <dgm:cxn modelId="{B3B2AE0C-66F0-4CAC-B63A-1351F18812C3}" type="presParOf" srcId="{6BBD5A29-EE0F-48DF-BF63-0A0EA6B69C1D}" destId="{E63F93CA-5C66-4FAB-88EF-876853788E1C}" srcOrd="21" destOrd="0" presId="urn:microsoft.com/office/officeart/2005/8/layout/cycle8"/>
    <dgm:cxn modelId="{02F17F90-9BAE-4C07-A68C-CDBFE129924F}" type="presParOf" srcId="{6BBD5A29-EE0F-48DF-BF63-0A0EA6B69C1D}" destId="{2E52257D-7688-49B4-8323-2B2223CB6139}" srcOrd="22" destOrd="0" presId="urn:microsoft.com/office/officeart/2005/8/layout/cycle8"/>
    <dgm:cxn modelId="{C6DAED60-0446-4A50-91F8-D1F093605440}" type="presParOf" srcId="{6BBD5A29-EE0F-48DF-BF63-0A0EA6B69C1D}" destId="{75CED827-F8D9-4B79-A94C-79B9F243DAC0}" srcOrd="23" destOrd="0" presId="urn:microsoft.com/office/officeart/2005/8/layout/cycle8"/>
    <dgm:cxn modelId="{FD9CCD1C-E8BC-4CF5-AF0E-9098AB4B533F}" type="presParOf" srcId="{6BBD5A29-EE0F-48DF-BF63-0A0EA6B69C1D}" destId="{2528DCDB-789F-4EC0-A71A-0C532DB429F7}" srcOrd="2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7CC195-5230-40BB-AAFE-7961569F824F}" type="doc">
      <dgm:prSet loTypeId="urn:microsoft.com/office/officeart/2005/8/layout/gear1" loCatId="process" qsTypeId="urn:microsoft.com/office/officeart/2005/8/quickstyle/simple1" qsCatId="simple" csTypeId="urn:microsoft.com/office/officeart/2005/8/colors/accent1_2" csCatId="accent1"/>
      <dgm:spPr/>
      <dgm:t>
        <a:bodyPr/>
        <a:lstStyle/>
        <a:p>
          <a:endParaRPr lang="en-IN"/>
        </a:p>
      </dgm:t>
    </dgm:pt>
    <dgm:pt modelId="{11683534-3B0D-477C-AF09-185559B602C3}">
      <dgm:prSet/>
      <dgm:spPr/>
      <dgm:t>
        <a:bodyPr/>
        <a:lstStyle/>
        <a:p>
          <a:r>
            <a:rPr lang="en-US" b="1"/>
            <a:t>Technology Used</a:t>
          </a:r>
          <a:r>
            <a:rPr lang="en-US"/>
            <a:t>:</a:t>
          </a:r>
          <a:endParaRPr lang="en-IN"/>
        </a:p>
      </dgm:t>
    </dgm:pt>
    <dgm:pt modelId="{13C9482D-F3DF-4F50-BBFC-7FA328437C25}" type="parTrans" cxnId="{1AECBB16-D900-44BC-BC95-8EE3D7F5D552}">
      <dgm:prSet/>
      <dgm:spPr/>
      <dgm:t>
        <a:bodyPr/>
        <a:lstStyle/>
        <a:p>
          <a:endParaRPr lang="en-IN"/>
        </a:p>
      </dgm:t>
    </dgm:pt>
    <dgm:pt modelId="{056EF315-EB1B-496A-9438-72059F82E5B7}" type="sibTrans" cxnId="{1AECBB16-D900-44BC-BC95-8EE3D7F5D552}">
      <dgm:prSet/>
      <dgm:spPr/>
      <dgm:t>
        <a:bodyPr/>
        <a:lstStyle/>
        <a:p>
          <a:endParaRPr lang="en-IN"/>
        </a:p>
      </dgm:t>
    </dgm:pt>
    <dgm:pt modelId="{8F668D2F-B235-4E39-960B-10F40D8F3464}">
      <dgm:prSet/>
      <dgm:spPr/>
      <dgm:t>
        <a:bodyPr/>
        <a:lstStyle/>
        <a:p>
          <a:r>
            <a:rPr lang="en-US" b="1"/>
            <a:t>Frontend</a:t>
          </a:r>
          <a:r>
            <a:rPr lang="en-US"/>
            <a:t>: HTML, CSS</a:t>
          </a:r>
          <a:endParaRPr lang="en-IN"/>
        </a:p>
      </dgm:t>
    </dgm:pt>
    <dgm:pt modelId="{EB280F49-8E46-4C00-84DE-FA863A1A7F14}" type="parTrans" cxnId="{EEEF7081-77C3-4336-A9F3-2ED1CE6ACDBF}">
      <dgm:prSet/>
      <dgm:spPr/>
      <dgm:t>
        <a:bodyPr/>
        <a:lstStyle/>
        <a:p>
          <a:endParaRPr lang="en-IN"/>
        </a:p>
      </dgm:t>
    </dgm:pt>
    <dgm:pt modelId="{57C89D38-5C7B-4E2F-A46F-5D72AE582BC8}" type="sibTrans" cxnId="{EEEF7081-77C3-4336-A9F3-2ED1CE6ACDBF}">
      <dgm:prSet/>
      <dgm:spPr/>
      <dgm:t>
        <a:bodyPr/>
        <a:lstStyle/>
        <a:p>
          <a:endParaRPr lang="en-IN"/>
        </a:p>
      </dgm:t>
    </dgm:pt>
    <dgm:pt modelId="{E315734C-C0F3-4215-A86B-7BB7CBCD58D5}">
      <dgm:prSet/>
      <dgm:spPr/>
      <dgm:t>
        <a:bodyPr/>
        <a:lstStyle/>
        <a:p>
          <a:r>
            <a:rPr lang="en-US" b="1"/>
            <a:t>Backend</a:t>
          </a:r>
          <a:r>
            <a:rPr lang="en-US"/>
            <a:t>: Oracle 11g</a:t>
          </a:r>
          <a:endParaRPr lang="en-IN"/>
        </a:p>
      </dgm:t>
    </dgm:pt>
    <dgm:pt modelId="{08A3068D-5170-41F0-95D5-701363ED1F1F}" type="parTrans" cxnId="{6037F8DC-3B3B-46F4-B598-270EAF686C01}">
      <dgm:prSet/>
      <dgm:spPr/>
      <dgm:t>
        <a:bodyPr/>
        <a:lstStyle/>
        <a:p>
          <a:endParaRPr lang="en-IN"/>
        </a:p>
      </dgm:t>
    </dgm:pt>
    <dgm:pt modelId="{2ED46DD5-351E-49AA-AC8D-B50A07643161}" type="sibTrans" cxnId="{6037F8DC-3B3B-46F4-B598-270EAF686C01}">
      <dgm:prSet/>
      <dgm:spPr/>
      <dgm:t>
        <a:bodyPr/>
        <a:lstStyle/>
        <a:p>
          <a:endParaRPr lang="en-IN"/>
        </a:p>
      </dgm:t>
    </dgm:pt>
    <dgm:pt modelId="{7D1A23E5-1532-4415-B0EE-A3D6A24105FB}">
      <dgm:prSet/>
      <dgm:spPr/>
    </dgm:pt>
    <dgm:pt modelId="{048C8AFA-E2DB-44FD-813F-6AE6BB23BCEF}" type="parTrans" cxnId="{A96CF6DC-5EB4-4819-B0CA-956E519B6D5F}">
      <dgm:prSet/>
      <dgm:spPr/>
      <dgm:t>
        <a:bodyPr/>
        <a:lstStyle/>
        <a:p>
          <a:endParaRPr lang="en-IN"/>
        </a:p>
      </dgm:t>
    </dgm:pt>
    <dgm:pt modelId="{2C4D5421-257B-4894-83AD-91FF8BE9517D}" type="sibTrans" cxnId="{A96CF6DC-5EB4-4819-B0CA-956E519B6D5F}">
      <dgm:prSet/>
      <dgm:spPr/>
      <dgm:t>
        <a:bodyPr/>
        <a:lstStyle/>
        <a:p>
          <a:endParaRPr lang="en-IN"/>
        </a:p>
      </dgm:t>
    </dgm:pt>
    <dgm:pt modelId="{43A851E1-4A2B-42C2-8F04-BD3903F4D3AC}" type="pres">
      <dgm:prSet presAssocID="{8A7CC195-5230-40BB-AAFE-7961569F824F}" presName="composite" presStyleCnt="0">
        <dgm:presLayoutVars>
          <dgm:chMax val="3"/>
          <dgm:animLvl val="lvl"/>
          <dgm:resizeHandles val="exact"/>
        </dgm:presLayoutVars>
      </dgm:prSet>
      <dgm:spPr/>
    </dgm:pt>
    <dgm:pt modelId="{242879BD-FAD1-4809-B96C-40193776172B}" type="pres">
      <dgm:prSet presAssocID="{11683534-3B0D-477C-AF09-185559B602C3}" presName="gear1" presStyleLbl="node1" presStyleIdx="0" presStyleCnt="3">
        <dgm:presLayoutVars>
          <dgm:chMax val="1"/>
          <dgm:bulletEnabled val="1"/>
        </dgm:presLayoutVars>
      </dgm:prSet>
      <dgm:spPr/>
    </dgm:pt>
    <dgm:pt modelId="{2BC1B51E-CCDE-479B-8205-10558D03EBDE}" type="pres">
      <dgm:prSet presAssocID="{11683534-3B0D-477C-AF09-185559B602C3}" presName="gear1srcNode" presStyleLbl="node1" presStyleIdx="0" presStyleCnt="3"/>
      <dgm:spPr/>
    </dgm:pt>
    <dgm:pt modelId="{B9F2DA57-BC28-4F30-89A9-1CA4736119B1}" type="pres">
      <dgm:prSet presAssocID="{11683534-3B0D-477C-AF09-185559B602C3}" presName="gear1dstNode" presStyleLbl="node1" presStyleIdx="0" presStyleCnt="3"/>
      <dgm:spPr/>
    </dgm:pt>
    <dgm:pt modelId="{AB52AFD1-0BAC-4FF1-AC6D-ABAB4FA33A9F}" type="pres">
      <dgm:prSet presAssocID="{8F668D2F-B235-4E39-960B-10F40D8F3464}" presName="gear2" presStyleLbl="node1" presStyleIdx="1" presStyleCnt="3">
        <dgm:presLayoutVars>
          <dgm:chMax val="1"/>
          <dgm:bulletEnabled val="1"/>
        </dgm:presLayoutVars>
      </dgm:prSet>
      <dgm:spPr/>
    </dgm:pt>
    <dgm:pt modelId="{E874E926-4768-4488-9AEC-7C6A61EE040C}" type="pres">
      <dgm:prSet presAssocID="{8F668D2F-B235-4E39-960B-10F40D8F3464}" presName="gear2srcNode" presStyleLbl="node1" presStyleIdx="1" presStyleCnt="3"/>
      <dgm:spPr/>
    </dgm:pt>
    <dgm:pt modelId="{836E7B39-FE3B-4EB4-8831-57FE72682644}" type="pres">
      <dgm:prSet presAssocID="{8F668D2F-B235-4E39-960B-10F40D8F3464}" presName="gear2dstNode" presStyleLbl="node1" presStyleIdx="1" presStyleCnt="3"/>
      <dgm:spPr/>
    </dgm:pt>
    <dgm:pt modelId="{B40408F7-FEA6-48F1-BC93-2864C86BDBAA}" type="pres">
      <dgm:prSet presAssocID="{E315734C-C0F3-4215-A86B-7BB7CBCD58D5}" presName="gear3" presStyleLbl="node1" presStyleIdx="2" presStyleCnt="3"/>
      <dgm:spPr/>
    </dgm:pt>
    <dgm:pt modelId="{25113018-CDBB-4408-ACDD-BE48FDCC8EE7}" type="pres">
      <dgm:prSet presAssocID="{E315734C-C0F3-4215-A86B-7BB7CBCD58D5}" presName="gear3tx" presStyleLbl="node1" presStyleIdx="2" presStyleCnt="3">
        <dgm:presLayoutVars>
          <dgm:chMax val="1"/>
          <dgm:bulletEnabled val="1"/>
        </dgm:presLayoutVars>
      </dgm:prSet>
      <dgm:spPr/>
    </dgm:pt>
    <dgm:pt modelId="{5759D1C9-6E1D-4997-8894-BD14B5B15E25}" type="pres">
      <dgm:prSet presAssocID="{E315734C-C0F3-4215-A86B-7BB7CBCD58D5}" presName="gear3srcNode" presStyleLbl="node1" presStyleIdx="2" presStyleCnt="3"/>
      <dgm:spPr/>
    </dgm:pt>
    <dgm:pt modelId="{B997B095-410D-4937-8308-2D051D07F22D}" type="pres">
      <dgm:prSet presAssocID="{E315734C-C0F3-4215-A86B-7BB7CBCD58D5}" presName="gear3dstNode" presStyleLbl="node1" presStyleIdx="2" presStyleCnt="3"/>
      <dgm:spPr/>
    </dgm:pt>
    <dgm:pt modelId="{98BAF8DD-2152-4003-A3AB-8DA333484E2D}" type="pres">
      <dgm:prSet presAssocID="{056EF315-EB1B-496A-9438-72059F82E5B7}" presName="connector1" presStyleLbl="sibTrans2D1" presStyleIdx="0" presStyleCnt="3"/>
      <dgm:spPr/>
    </dgm:pt>
    <dgm:pt modelId="{0EB8DFEE-23CA-4D73-B6C7-4268446C3529}" type="pres">
      <dgm:prSet presAssocID="{57C89D38-5C7B-4E2F-A46F-5D72AE582BC8}" presName="connector2" presStyleLbl="sibTrans2D1" presStyleIdx="1" presStyleCnt="3"/>
      <dgm:spPr/>
    </dgm:pt>
    <dgm:pt modelId="{E6E88CC9-E12D-4F90-80F6-004B3A47F791}" type="pres">
      <dgm:prSet presAssocID="{2ED46DD5-351E-49AA-AC8D-B50A07643161}" presName="connector3" presStyleLbl="sibTrans2D1" presStyleIdx="2" presStyleCnt="3"/>
      <dgm:spPr/>
    </dgm:pt>
  </dgm:ptLst>
  <dgm:cxnLst>
    <dgm:cxn modelId="{1AECBB16-D900-44BC-BC95-8EE3D7F5D552}" srcId="{8A7CC195-5230-40BB-AAFE-7961569F824F}" destId="{11683534-3B0D-477C-AF09-185559B602C3}" srcOrd="0" destOrd="0" parTransId="{13C9482D-F3DF-4F50-BBFC-7FA328437C25}" sibTransId="{056EF315-EB1B-496A-9438-72059F82E5B7}"/>
    <dgm:cxn modelId="{DA2DA822-19F0-492C-A781-B201F21EA8C3}" type="presOf" srcId="{E315734C-C0F3-4215-A86B-7BB7CBCD58D5}" destId="{B40408F7-FEA6-48F1-BC93-2864C86BDBAA}" srcOrd="0" destOrd="0" presId="urn:microsoft.com/office/officeart/2005/8/layout/gear1"/>
    <dgm:cxn modelId="{6A1C853C-49DB-4D3D-9C04-EFDFC7F230EE}" type="presOf" srcId="{11683534-3B0D-477C-AF09-185559B602C3}" destId="{B9F2DA57-BC28-4F30-89A9-1CA4736119B1}" srcOrd="2" destOrd="0" presId="urn:microsoft.com/office/officeart/2005/8/layout/gear1"/>
    <dgm:cxn modelId="{1A44785F-D96E-4279-BEC9-956F0C1E06A0}" type="presOf" srcId="{2ED46DD5-351E-49AA-AC8D-B50A07643161}" destId="{E6E88CC9-E12D-4F90-80F6-004B3A47F791}" srcOrd="0" destOrd="0" presId="urn:microsoft.com/office/officeart/2005/8/layout/gear1"/>
    <dgm:cxn modelId="{60550479-8D91-453B-A79C-C6742958C02D}" type="presOf" srcId="{8A7CC195-5230-40BB-AAFE-7961569F824F}" destId="{43A851E1-4A2B-42C2-8F04-BD3903F4D3AC}" srcOrd="0" destOrd="0" presId="urn:microsoft.com/office/officeart/2005/8/layout/gear1"/>
    <dgm:cxn modelId="{EEEF7081-77C3-4336-A9F3-2ED1CE6ACDBF}" srcId="{8A7CC195-5230-40BB-AAFE-7961569F824F}" destId="{8F668D2F-B235-4E39-960B-10F40D8F3464}" srcOrd="1" destOrd="0" parTransId="{EB280F49-8E46-4C00-84DE-FA863A1A7F14}" sibTransId="{57C89D38-5C7B-4E2F-A46F-5D72AE582BC8}"/>
    <dgm:cxn modelId="{94219487-2A6C-44E4-B64C-6C5E8FB50B0C}" type="presOf" srcId="{8F668D2F-B235-4E39-960B-10F40D8F3464}" destId="{836E7B39-FE3B-4EB4-8831-57FE72682644}" srcOrd="2" destOrd="0" presId="urn:microsoft.com/office/officeart/2005/8/layout/gear1"/>
    <dgm:cxn modelId="{3DB57C89-42E7-4C50-937B-31FC5308B171}" type="presOf" srcId="{11683534-3B0D-477C-AF09-185559B602C3}" destId="{242879BD-FAD1-4809-B96C-40193776172B}" srcOrd="0" destOrd="0" presId="urn:microsoft.com/office/officeart/2005/8/layout/gear1"/>
    <dgm:cxn modelId="{D6467B92-301B-4449-9ED2-A7034B1B56A8}" type="presOf" srcId="{E315734C-C0F3-4215-A86B-7BB7CBCD58D5}" destId="{5759D1C9-6E1D-4997-8894-BD14B5B15E25}" srcOrd="2" destOrd="0" presId="urn:microsoft.com/office/officeart/2005/8/layout/gear1"/>
    <dgm:cxn modelId="{A766AFB3-C84A-4752-A4A9-5D12E7CE0443}" type="presOf" srcId="{8F668D2F-B235-4E39-960B-10F40D8F3464}" destId="{E874E926-4768-4488-9AEC-7C6A61EE040C}" srcOrd="1" destOrd="0" presId="urn:microsoft.com/office/officeart/2005/8/layout/gear1"/>
    <dgm:cxn modelId="{298C90BB-4FB7-495A-8B5D-90FB0381B32E}" type="presOf" srcId="{57C89D38-5C7B-4E2F-A46F-5D72AE582BC8}" destId="{0EB8DFEE-23CA-4D73-B6C7-4268446C3529}" srcOrd="0" destOrd="0" presId="urn:microsoft.com/office/officeart/2005/8/layout/gear1"/>
    <dgm:cxn modelId="{FA7997BD-2FBC-4B9C-BDC2-3446084C2375}" type="presOf" srcId="{8F668D2F-B235-4E39-960B-10F40D8F3464}" destId="{AB52AFD1-0BAC-4FF1-AC6D-ABAB4FA33A9F}" srcOrd="0" destOrd="0" presId="urn:microsoft.com/office/officeart/2005/8/layout/gear1"/>
    <dgm:cxn modelId="{BC5468C7-2BFB-4CAA-9660-A5A294963C03}" type="presOf" srcId="{E315734C-C0F3-4215-A86B-7BB7CBCD58D5}" destId="{B997B095-410D-4937-8308-2D051D07F22D}" srcOrd="3" destOrd="0" presId="urn:microsoft.com/office/officeart/2005/8/layout/gear1"/>
    <dgm:cxn modelId="{2E6FD8CD-93AA-4B20-854D-7E5145555408}" type="presOf" srcId="{E315734C-C0F3-4215-A86B-7BB7CBCD58D5}" destId="{25113018-CDBB-4408-ACDD-BE48FDCC8EE7}" srcOrd="1" destOrd="0" presId="urn:microsoft.com/office/officeart/2005/8/layout/gear1"/>
    <dgm:cxn modelId="{A96CF6DC-5EB4-4819-B0CA-956E519B6D5F}" srcId="{8A7CC195-5230-40BB-AAFE-7961569F824F}" destId="{7D1A23E5-1532-4415-B0EE-A3D6A24105FB}" srcOrd="3" destOrd="0" parTransId="{048C8AFA-E2DB-44FD-813F-6AE6BB23BCEF}" sibTransId="{2C4D5421-257B-4894-83AD-91FF8BE9517D}"/>
    <dgm:cxn modelId="{6037F8DC-3B3B-46F4-B598-270EAF686C01}" srcId="{8A7CC195-5230-40BB-AAFE-7961569F824F}" destId="{E315734C-C0F3-4215-A86B-7BB7CBCD58D5}" srcOrd="2" destOrd="0" parTransId="{08A3068D-5170-41F0-95D5-701363ED1F1F}" sibTransId="{2ED46DD5-351E-49AA-AC8D-B50A07643161}"/>
    <dgm:cxn modelId="{B198F5F6-A4F3-4E07-B3C2-88D731494CCC}" type="presOf" srcId="{056EF315-EB1B-496A-9438-72059F82E5B7}" destId="{98BAF8DD-2152-4003-A3AB-8DA333484E2D}" srcOrd="0" destOrd="0" presId="urn:microsoft.com/office/officeart/2005/8/layout/gear1"/>
    <dgm:cxn modelId="{F36361FB-D358-4803-A7AC-0EB5D8B2342A}" type="presOf" srcId="{11683534-3B0D-477C-AF09-185559B602C3}" destId="{2BC1B51E-CCDE-479B-8205-10558D03EBDE}" srcOrd="1" destOrd="0" presId="urn:microsoft.com/office/officeart/2005/8/layout/gear1"/>
    <dgm:cxn modelId="{FA9B03BF-AD5A-4A8F-8CA9-0AFA8863C52F}" type="presParOf" srcId="{43A851E1-4A2B-42C2-8F04-BD3903F4D3AC}" destId="{242879BD-FAD1-4809-B96C-40193776172B}" srcOrd="0" destOrd="0" presId="urn:microsoft.com/office/officeart/2005/8/layout/gear1"/>
    <dgm:cxn modelId="{6A780645-0D96-4A09-BE16-2B390A7BD931}" type="presParOf" srcId="{43A851E1-4A2B-42C2-8F04-BD3903F4D3AC}" destId="{2BC1B51E-CCDE-479B-8205-10558D03EBDE}" srcOrd="1" destOrd="0" presId="urn:microsoft.com/office/officeart/2005/8/layout/gear1"/>
    <dgm:cxn modelId="{854D14B2-ECE5-4361-9654-E00F3E9AEFC0}" type="presParOf" srcId="{43A851E1-4A2B-42C2-8F04-BD3903F4D3AC}" destId="{B9F2DA57-BC28-4F30-89A9-1CA4736119B1}" srcOrd="2" destOrd="0" presId="urn:microsoft.com/office/officeart/2005/8/layout/gear1"/>
    <dgm:cxn modelId="{34A488FF-3D1B-402C-B590-7636E3702B54}" type="presParOf" srcId="{43A851E1-4A2B-42C2-8F04-BD3903F4D3AC}" destId="{AB52AFD1-0BAC-4FF1-AC6D-ABAB4FA33A9F}" srcOrd="3" destOrd="0" presId="urn:microsoft.com/office/officeart/2005/8/layout/gear1"/>
    <dgm:cxn modelId="{063CA6B3-635E-40AA-9FDE-5432A03C1A86}" type="presParOf" srcId="{43A851E1-4A2B-42C2-8F04-BD3903F4D3AC}" destId="{E874E926-4768-4488-9AEC-7C6A61EE040C}" srcOrd="4" destOrd="0" presId="urn:microsoft.com/office/officeart/2005/8/layout/gear1"/>
    <dgm:cxn modelId="{FE811326-A830-4763-B439-E4B70441AEF2}" type="presParOf" srcId="{43A851E1-4A2B-42C2-8F04-BD3903F4D3AC}" destId="{836E7B39-FE3B-4EB4-8831-57FE72682644}" srcOrd="5" destOrd="0" presId="urn:microsoft.com/office/officeart/2005/8/layout/gear1"/>
    <dgm:cxn modelId="{5C704D96-BEAF-44D6-97A9-A01A4887DCBB}" type="presParOf" srcId="{43A851E1-4A2B-42C2-8F04-BD3903F4D3AC}" destId="{B40408F7-FEA6-48F1-BC93-2864C86BDBAA}" srcOrd="6" destOrd="0" presId="urn:microsoft.com/office/officeart/2005/8/layout/gear1"/>
    <dgm:cxn modelId="{C3CF1088-B1B3-4A7F-A569-03DE69C92C74}" type="presParOf" srcId="{43A851E1-4A2B-42C2-8F04-BD3903F4D3AC}" destId="{25113018-CDBB-4408-ACDD-BE48FDCC8EE7}" srcOrd="7" destOrd="0" presId="urn:microsoft.com/office/officeart/2005/8/layout/gear1"/>
    <dgm:cxn modelId="{D414F33F-5FCB-41D3-A5CB-E1A2BF987495}" type="presParOf" srcId="{43A851E1-4A2B-42C2-8F04-BD3903F4D3AC}" destId="{5759D1C9-6E1D-4997-8894-BD14B5B15E25}" srcOrd="8" destOrd="0" presId="urn:microsoft.com/office/officeart/2005/8/layout/gear1"/>
    <dgm:cxn modelId="{DAE754ED-2760-4055-BB99-52C1804E44BF}" type="presParOf" srcId="{43A851E1-4A2B-42C2-8F04-BD3903F4D3AC}" destId="{B997B095-410D-4937-8308-2D051D07F22D}" srcOrd="9" destOrd="0" presId="urn:microsoft.com/office/officeart/2005/8/layout/gear1"/>
    <dgm:cxn modelId="{0262275E-6DD3-4E23-A9FC-4049F19B908B}" type="presParOf" srcId="{43A851E1-4A2B-42C2-8F04-BD3903F4D3AC}" destId="{98BAF8DD-2152-4003-A3AB-8DA333484E2D}" srcOrd="10" destOrd="0" presId="urn:microsoft.com/office/officeart/2005/8/layout/gear1"/>
    <dgm:cxn modelId="{1F4AC64C-58B7-49EC-91BA-1DB475163543}" type="presParOf" srcId="{43A851E1-4A2B-42C2-8F04-BD3903F4D3AC}" destId="{0EB8DFEE-23CA-4D73-B6C7-4268446C3529}" srcOrd="11" destOrd="0" presId="urn:microsoft.com/office/officeart/2005/8/layout/gear1"/>
    <dgm:cxn modelId="{FF2F3B61-34A2-4CE9-A16D-5AF3D1AD5D77}" type="presParOf" srcId="{43A851E1-4A2B-42C2-8F04-BD3903F4D3AC}" destId="{E6E88CC9-E12D-4F90-80F6-004B3A47F791}" srcOrd="12" destOrd="0" presId="urn:microsoft.com/office/officeart/2005/8/layout/gear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BDAB2C-CD24-48BA-B9BE-8CE3D1F1E319}"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IN"/>
        </a:p>
      </dgm:t>
    </dgm:pt>
    <dgm:pt modelId="{30C808AF-1A5A-4DD4-9BA3-D0BE2C3318EE}">
      <dgm:prSet/>
      <dgm:spPr/>
      <dgm:t>
        <a:bodyPr/>
        <a:lstStyle/>
        <a:p>
          <a:r>
            <a:rPr lang="en-IN"/>
            <a:t>TutorialsPoint. (n.d.). </a:t>
          </a:r>
          <a:r>
            <a:rPr lang="en-IN" i="1"/>
            <a:t>Oracle PL/SQL - Quick Guide</a:t>
          </a:r>
          <a:r>
            <a:rPr lang="en-IN"/>
            <a:t>. Retrieved from </a:t>
          </a:r>
          <a:r>
            <a:rPr lang="en-IN">
              <a:hlinkClick xmlns:r="http://schemas.openxmlformats.org/officeDocument/2006/relationships" r:id="rId1"/>
            </a:rPr>
            <a:t>https://www.tutorialspoint.com/plsql/plsql_quick_guide.htm </a:t>
          </a:r>
          <a:endParaRPr lang="en-IN"/>
        </a:p>
      </dgm:t>
    </dgm:pt>
    <dgm:pt modelId="{F91C93A1-533F-4A7F-B2C3-ED514DB06F79}" type="parTrans" cxnId="{7BF7CF29-2DE8-4700-8967-BCEE67A620C1}">
      <dgm:prSet/>
      <dgm:spPr/>
      <dgm:t>
        <a:bodyPr/>
        <a:lstStyle/>
        <a:p>
          <a:endParaRPr lang="en-IN"/>
        </a:p>
      </dgm:t>
    </dgm:pt>
    <dgm:pt modelId="{06938791-D9EE-4E9D-9F4C-9C75B8B336CD}" type="sibTrans" cxnId="{7BF7CF29-2DE8-4700-8967-BCEE67A620C1}">
      <dgm:prSet/>
      <dgm:spPr/>
      <dgm:t>
        <a:bodyPr/>
        <a:lstStyle/>
        <a:p>
          <a:endParaRPr lang="en-IN"/>
        </a:p>
      </dgm:t>
    </dgm:pt>
    <dgm:pt modelId="{1FD320D2-4238-40C1-AEBE-A033D1A19940}">
      <dgm:prSet/>
      <dgm:spPr/>
      <dgm:t>
        <a:bodyPr/>
        <a:lstStyle/>
        <a:p>
          <a:r>
            <a:rPr lang="en-IN"/>
            <a:t>W3Schools. (n.d.). </a:t>
          </a:r>
          <a:r>
            <a:rPr lang="en-IN" i="1"/>
            <a:t>ASP.NET Tutorial</a:t>
          </a:r>
          <a:r>
            <a:rPr lang="en-IN"/>
            <a:t>. Retrieved from </a:t>
          </a:r>
          <a:r>
            <a:rPr lang="en-IN">
              <a:hlinkClick xmlns:r="http://schemas.openxmlformats.org/officeDocument/2006/relationships" r:id="rId2"/>
            </a:rPr>
            <a:t>https://www.w3schools.com/asp/ </a:t>
          </a:r>
          <a:endParaRPr lang="en-IN"/>
        </a:p>
      </dgm:t>
    </dgm:pt>
    <dgm:pt modelId="{DD7EA705-6434-4B68-9764-C70636BA3EA6}" type="parTrans" cxnId="{8996098E-7F02-424A-A585-3A7B2C30EC48}">
      <dgm:prSet/>
      <dgm:spPr/>
      <dgm:t>
        <a:bodyPr/>
        <a:lstStyle/>
        <a:p>
          <a:endParaRPr lang="en-IN"/>
        </a:p>
      </dgm:t>
    </dgm:pt>
    <dgm:pt modelId="{BACA91BD-85A8-4ED9-BE96-8CE2A2E1CB9F}" type="sibTrans" cxnId="{8996098E-7F02-424A-A585-3A7B2C30EC48}">
      <dgm:prSet/>
      <dgm:spPr/>
      <dgm:t>
        <a:bodyPr/>
        <a:lstStyle/>
        <a:p>
          <a:endParaRPr lang="en-IN"/>
        </a:p>
      </dgm:t>
    </dgm:pt>
    <dgm:pt modelId="{8524B465-4049-4709-BF21-8D3908135A97}">
      <dgm:prSet/>
      <dgm:spPr/>
      <dgm:t>
        <a:bodyPr/>
        <a:lstStyle/>
        <a:p>
          <a:r>
            <a:rPr lang="en-IN"/>
            <a:t>Stack Overflow. (n.d.). </a:t>
          </a:r>
          <a:r>
            <a:rPr lang="en-IN" i="1"/>
            <a:t>ASP.NET Questions and Answers</a:t>
          </a:r>
          <a:r>
            <a:rPr lang="en-IN"/>
            <a:t>. Retrieved from </a:t>
          </a:r>
          <a:r>
            <a:rPr lang="en-IN">
              <a:hlinkClick xmlns:r="http://schemas.openxmlformats.org/officeDocument/2006/relationships" r:id="rId3"/>
            </a:rPr>
            <a:t>https://stackoverflow.com/questions/tagged/asp.net </a:t>
          </a:r>
          <a:endParaRPr lang="en-IN"/>
        </a:p>
      </dgm:t>
    </dgm:pt>
    <dgm:pt modelId="{757D70B8-4FA3-4708-96B8-46E36ED84CE3}" type="parTrans" cxnId="{EAD3D6E2-18C6-48C7-9F1A-7BEFC36244CF}">
      <dgm:prSet/>
      <dgm:spPr/>
      <dgm:t>
        <a:bodyPr/>
        <a:lstStyle/>
        <a:p>
          <a:endParaRPr lang="en-IN"/>
        </a:p>
      </dgm:t>
    </dgm:pt>
    <dgm:pt modelId="{092570ED-5EDB-41AB-938E-C483355B6135}" type="sibTrans" cxnId="{EAD3D6E2-18C6-48C7-9F1A-7BEFC36244CF}">
      <dgm:prSet/>
      <dgm:spPr/>
      <dgm:t>
        <a:bodyPr/>
        <a:lstStyle/>
        <a:p>
          <a:endParaRPr lang="en-IN"/>
        </a:p>
      </dgm:t>
    </dgm:pt>
    <dgm:pt modelId="{A1546A6C-0625-4970-B4A5-C465E5C7FE72}">
      <dgm:prSet custT="1"/>
      <dgm:spPr/>
      <dgm:t>
        <a:bodyPr/>
        <a:lstStyle/>
        <a:p>
          <a:r>
            <a:rPr lang="en-IN" sz="1100" dirty="0"/>
            <a:t>Oracle. (n.d.). </a:t>
          </a:r>
          <a:r>
            <a:rPr lang="en-IN" sz="1100" i="1" dirty="0"/>
            <a:t>Oracle Database 11g Documentation</a:t>
          </a:r>
          <a:r>
            <a:rPr lang="en-IN" sz="1100" dirty="0"/>
            <a:t>. Retrieved from </a:t>
          </a:r>
          <a:r>
            <a:rPr lang="en-IN" sz="1100" dirty="0">
              <a:hlinkClick xmlns:r="http://schemas.openxmlformats.org/officeDocument/2006/relationships" r:id="rId4"/>
            </a:rPr>
            <a:t>https://docs.oracle.com/cd/B28359_01/index.htm </a:t>
          </a:r>
          <a:endParaRPr lang="en-IN" sz="1100" dirty="0"/>
        </a:p>
        <a:p>
          <a:r>
            <a:rPr lang="en-IN" sz="1100" dirty="0"/>
            <a:t>Microsoft. (n.d.). </a:t>
          </a:r>
          <a:r>
            <a:rPr lang="en-IN" sz="1100" i="1" dirty="0"/>
            <a:t>Visual Studio 2013 Documentation</a:t>
          </a:r>
          <a:r>
            <a:rPr lang="en-IN" sz="1100" dirty="0"/>
            <a:t>. Retrieved from </a:t>
          </a:r>
          <a:r>
            <a:rPr lang="en-IN" sz="1100" dirty="0">
              <a:hlinkClick xmlns:r="http://schemas.openxmlformats.org/officeDocument/2006/relationships" r:id="rId5"/>
            </a:rPr>
            <a:t>https://docs.microsoft.com/en-us/visualstudio/2013 </a:t>
          </a:r>
          <a:endParaRPr lang="en-IN" sz="1100" dirty="0"/>
        </a:p>
        <a:p>
          <a:endParaRPr lang="en-IN" sz="1100" dirty="0"/>
        </a:p>
      </dgm:t>
    </dgm:pt>
    <dgm:pt modelId="{6EC1A83F-CB55-4606-8A94-FA0DC51DAFFC}" type="parTrans" cxnId="{54B4CA92-9A48-4834-BA21-E3A6D322B78B}">
      <dgm:prSet/>
      <dgm:spPr/>
      <dgm:t>
        <a:bodyPr/>
        <a:lstStyle/>
        <a:p>
          <a:endParaRPr lang="en-IN"/>
        </a:p>
      </dgm:t>
    </dgm:pt>
    <dgm:pt modelId="{B235642A-844E-4879-9B28-86DDF7CF6351}" type="sibTrans" cxnId="{54B4CA92-9A48-4834-BA21-E3A6D322B78B}">
      <dgm:prSet/>
      <dgm:spPr/>
      <dgm:t>
        <a:bodyPr/>
        <a:lstStyle/>
        <a:p>
          <a:endParaRPr lang="en-IN"/>
        </a:p>
      </dgm:t>
    </dgm:pt>
    <dgm:pt modelId="{080790CD-193A-4EB8-8B99-2EF20222E207}">
      <dgm:prSet/>
      <dgm:spPr/>
      <dgm:t>
        <a:bodyPr/>
        <a:lstStyle/>
        <a:p>
          <a:endParaRPr lang="en-IN" dirty="0"/>
        </a:p>
      </dgm:t>
    </dgm:pt>
    <dgm:pt modelId="{2AC75D23-3280-4F58-B947-471559554C98}" type="parTrans" cxnId="{F63166C6-DDD1-40BF-ABD7-E85FF3B09662}">
      <dgm:prSet/>
      <dgm:spPr/>
      <dgm:t>
        <a:bodyPr/>
        <a:lstStyle/>
        <a:p>
          <a:endParaRPr lang="en-IN"/>
        </a:p>
      </dgm:t>
    </dgm:pt>
    <dgm:pt modelId="{F229D804-650D-466B-B392-4ECFC36F2511}" type="sibTrans" cxnId="{F63166C6-DDD1-40BF-ABD7-E85FF3B09662}">
      <dgm:prSet/>
      <dgm:spPr/>
      <dgm:t>
        <a:bodyPr/>
        <a:lstStyle/>
        <a:p>
          <a:endParaRPr lang="en-IN"/>
        </a:p>
      </dgm:t>
    </dgm:pt>
    <dgm:pt modelId="{B18E9CA5-AF37-4B2E-B95B-0C0F345EF091}">
      <dgm:prSet/>
      <dgm:spPr/>
      <dgm:t>
        <a:bodyPr/>
        <a:lstStyle/>
        <a:p>
          <a:endParaRPr lang="en-IN" dirty="0"/>
        </a:p>
      </dgm:t>
    </dgm:pt>
    <dgm:pt modelId="{1F2316A3-9059-4272-A97A-D43A168BB013}" type="parTrans" cxnId="{294F1027-FE70-4B40-BC9A-F96AAE98FD0C}">
      <dgm:prSet/>
      <dgm:spPr/>
      <dgm:t>
        <a:bodyPr/>
        <a:lstStyle/>
        <a:p>
          <a:endParaRPr lang="en-IN"/>
        </a:p>
      </dgm:t>
    </dgm:pt>
    <dgm:pt modelId="{96327C96-F601-4136-A945-8194740507B2}" type="sibTrans" cxnId="{294F1027-FE70-4B40-BC9A-F96AAE98FD0C}">
      <dgm:prSet/>
      <dgm:spPr/>
      <dgm:t>
        <a:bodyPr/>
        <a:lstStyle/>
        <a:p>
          <a:endParaRPr lang="en-IN"/>
        </a:p>
      </dgm:t>
    </dgm:pt>
    <dgm:pt modelId="{21443753-77B5-4AEE-8461-1CABB06F7B16}" type="pres">
      <dgm:prSet presAssocID="{FDBDAB2C-CD24-48BA-B9BE-8CE3D1F1E319}" presName="Name0" presStyleCnt="0">
        <dgm:presLayoutVars>
          <dgm:chMax val="7"/>
          <dgm:dir/>
          <dgm:animLvl val="lvl"/>
          <dgm:resizeHandles val="exact"/>
        </dgm:presLayoutVars>
      </dgm:prSet>
      <dgm:spPr/>
    </dgm:pt>
    <dgm:pt modelId="{2C33C8F4-0AC1-4DC3-A5C2-66E3DEA6ECD7}" type="pres">
      <dgm:prSet presAssocID="{30C808AF-1A5A-4DD4-9BA3-D0BE2C3318EE}" presName="circle1" presStyleLbl="node1" presStyleIdx="0" presStyleCnt="4"/>
      <dgm:spPr/>
    </dgm:pt>
    <dgm:pt modelId="{1C78BDBA-7500-417A-9456-7B311AF569CB}" type="pres">
      <dgm:prSet presAssocID="{30C808AF-1A5A-4DD4-9BA3-D0BE2C3318EE}" presName="space" presStyleCnt="0"/>
      <dgm:spPr/>
    </dgm:pt>
    <dgm:pt modelId="{3576007F-8F34-427D-98A7-F4E6E53ED74A}" type="pres">
      <dgm:prSet presAssocID="{30C808AF-1A5A-4DD4-9BA3-D0BE2C3318EE}" presName="rect1" presStyleLbl="alignAcc1" presStyleIdx="0" presStyleCnt="4"/>
      <dgm:spPr/>
    </dgm:pt>
    <dgm:pt modelId="{18F98622-CD99-4E21-913E-800B180F7C6B}" type="pres">
      <dgm:prSet presAssocID="{1FD320D2-4238-40C1-AEBE-A033D1A19940}" presName="vertSpace2" presStyleLbl="node1" presStyleIdx="0" presStyleCnt="4"/>
      <dgm:spPr/>
    </dgm:pt>
    <dgm:pt modelId="{6DC0C19D-5E49-491E-BB79-E1BD1ED6AF8B}" type="pres">
      <dgm:prSet presAssocID="{1FD320D2-4238-40C1-AEBE-A033D1A19940}" presName="circle2" presStyleLbl="node1" presStyleIdx="1" presStyleCnt="4"/>
      <dgm:spPr/>
    </dgm:pt>
    <dgm:pt modelId="{AB6050FC-1FAE-47EC-AA17-37B9524293D3}" type="pres">
      <dgm:prSet presAssocID="{1FD320D2-4238-40C1-AEBE-A033D1A19940}" presName="rect2" presStyleLbl="alignAcc1" presStyleIdx="1" presStyleCnt="4"/>
      <dgm:spPr/>
    </dgm:pt>
    <dgm:pt modelId="{D79DE3E0-9346-4E7F-9872-8AFE1A62FC85}" type="pres">
      <dgm:prSet presAssocID="{8524B465-4049-4709-BF21-8D3908135A97}" presName="vertSpace3" presStyleLbl="node1" presStyleIdx="1" presStyleCnt="4"/>
      <dgm:spPr/>
    </dgm:pt>
    <dgm:pt modelId="{9415364F-1C2A-4CE9-BEC5-AE27AD5D31A2}" type="pres">
      <dgm:prSet presAssocID="{8524B465-4049-4709-BF21-8D3908135A97}" presName="circle3" presStyleLbl="node1" presStyleIdx="2" presStyleCnt="4"/>
      <dgm:spPr/>
    </dgm:pt>
    <dgm:pt modelId="{6AA51AE0-8513-4B33-84BE-944CE60736AF}" type="pres">
      <dgm:prSet presAssocID="{8524B465-4049-4709-BF21-8D3908135A97}" presName="rect3" presStyleLbl="alignAcc1" presStyleIdx="2" presStyleCnt="4"/>
      <dgm:spPr/>
    </dgm:pt>
    <dgm:pt modelId="{65E8C370-AF97-487F-A326-B375C0ED029B}" type="pres">
      <dgm:prSet presAssocID="{A1546A6C-0625-4970-B4A5-C465E5C7FE72}" presName="vertSpace4" presStyleLbl="node1" presStyleIdx="2" presStyleCnt="4"/>
      <dgm:spPr/>
    </dgm:pt>
    <dgm:pt modelId="{4FE487D3-81B3-4001-9FCE-D13C746938A4}" type="pres">
      <dgm:prSet presAssocID="{A1546A6C-0625-4970-B4A5-C465E5C7FE72}" presName="circle4" presStyleLbl="node1" presStyleIdx="3" presStyleCnt="4"/>
      <dgm:spPr/>
    </dgm:pt>
    <dgm:pt modelId="{06604012-BDC3-46C6-AF85-9E34DDF1995F}" type="pres">
      <dgm:prSet presAssocID="{A1546A6C-0625-4970-B4A5-C465E5C7FE72}" presName="rect4" presStyleLbl="alignAcc1" presStyleIdx="3" presStyleCnt="4"/>
      <dgm:spPr/>
    </dgm:pt>
    <dgm:pt modelId="{532FFE14-E495-47C6-9EEC-BF4447D40E2D}" type="pres">
      <dgm:prSet presAssocID="{30C808AF-1A5A-4DD4-9BA3-D0BE2C3318EE}" presName="rect1ParTx" presStyleLbl="alignAcc1" presStyleIdx="3" presStyleCnt="4">
        <dgm:presLayoutVars>
          <dgm:chMax val="1"/>
          <dgm:bulletEnabled val="1"/>
        </dgm:presLayoutVars>
      </dgm:prSet>
      <dgm:spPr/>
    </dgm:pt>
    <dgm:pt modelId="{83B902A8-FB95-46F5-97A9-2E6AF1929421}" type="pres">
      <dgm:prSet presAssocID="{30C808AF-1A5A-4DD4-9BA3-D0BE2C3318EE}" presName="rect1ChTx" presStyleLbl="alignAcc1" presStyleIdx="3" presStyleCnt="4">
        <dgm:presLayoutVars>
          <dgm:bulletEnabled val="1"/>
        </dgm:presLayoutVars>
      </dgm:prSet>
      <dgm:spPr/>
    </dgm:pt>
    <dgm:pt modelId="{B489EE95-6047-4842-B00F-0A818241DEF9}" type="pres">
      <dgm:prSet presAssocID="{1FD320D2-4238-40C1-AEBE-A033D1A19940}" presName="rect2ParTx" presStyleLbl="alignAcc1" presStyleIdx="3" presStyleCnt="4">
        <dgm:presLayoutVars>
          <dgm:chMax val="1"/>
          <dgm:bulletEnabled val="1"/>
        </dgm:presLayoutVars>
      </dgm:prSet>
      <dgm:spPr/>
    </dgm:pt>
    <dgm:pt modelId="{D3BD2A37-68C4-4FC3-988B-545B366F044C}" type="pres">
      <dgm:prSet presAssocID="{1FD320D2-4238-40C1-AEBE-A033D1A19940}" presName="rect2ChTx" presStyleLbl="alignAcc1" presStyleIdx="3" presStyleCnt="4">
        <dgm:presLayoutVars>
          <dgm:bulletEnabled val="1"/>
        </dgm:presLayoutVars>
      </dgm:prSet>
      <dgm:spPr/>
    </dgm:pt>
    <dgm:pt modelId="{3E9037E5-A4C0-4DC9-A1CF-9FF1784E12FE}" type="pres">
      <dgm:prSet presAssocID="{8524B465-4049-4709-BF21-8D3908135A97}" presName="rect3ParTx" presStyleLbl="alignAcc1" presStyleIdx="3" presStyleCnt="4">
        <dgm:presLayoutVars>
          <dgm:chMax val="1"/>
          <dgm:bulletEnabled val="1"/>
        </dgm:presLayoutVars>
      </dgm:prSet>
      <dgm:spPr/>
    </dgm:pt>
    <dgm:pt modelId="{9174F63E-3AF2-4502-9397-7126C9B60B4A}" type="pres">
      <dgm:prSet presAssocID="{8524B465-4049-4709-BF21-8D3908135A97}" presName="rect3ChTx" presStyleLbl="alignAcc1" presStyleIdx="3" presStyleCnt="4">
        <dgm:presLayoutVars>
          <dgm:bulletEnabled val="1"/>
        </dgm:presLayoutVars>
      </dgm:prSet>
      <dgm:spPr/>
    </dgm:pt>
    <dgm:pt modelId="{84AE5EE9-E177-4FFC-A5B5-1104724F5D5B}" type="pres">
      <dgm:prSet presAssocID="{A1546A6C-0625-4970-B4A5-C465E5C7FE72}" presName="rect4ParTx" presStyleLbl="alignAcc1" presStyleIdx="3" presStyleCnt="4">
        <dgm:presLayoutVars>
          <dgm:chMax val="1"/>
          <dgm:bulletEnabled val="1"/>
        </dgm:presLayoutVars>
      </dgm:prSet>
      <dgm:spPr/>
    </dgm:pt>
    <dgm:pt modelId="{CECC1DAD-9D59-43CB-BBC0-4AE6EF4E3A7F}" type="pres">
      <dgm:prSet presAssocID="{A1546A6C-0625-4970-B4A5-C465E5C7FE72}" presName="rect4ChTx" presStyleLbl="alignAcc1" presStyleIdx="3" presStyleCnt="4">
        <dgm:presLayoutVars>
          <dgm:bulletEnabled val="1"/>
        </dgm:presLayoutVars>
      </dgm:prSet>
      <dgm:spPr/>
    </dgm:pt>
  </dgm:ptLst>
  <dgm:cxnLst>
    <dgm:cxn modelId="{FB026E14-9195-4559-BD9D-0E341C8277EE}" type="presOf" srcId="{FDBDAB2C-CD24-48BA-B9BE-8CE3D1F1E319}" destId="{21443753-77B5-4AEE-8461-1CABB06F7B16}" srcOrd="0" destOrd="0" presId="urn:microsoft.com/office/officeart/2005/8/layout/target3"/>
    <dgm:cxn modelId="{2DB1FB1D-C6CE-42C7-96F8-202CFA20DB85}" type="presOf" srcId="{8524B465-4049-4709-BF21-8D3908135A97}" destId="{6AA51AE0-8513-4B33-84BE-944CE60736AF}" srcOrd="0" destOrd="0" presId="urn:microsoft.com/office/officeart/2005/8/layout/target3"/>
    <dgm:cxn modelId="{294F1027-FE70-4B40-BC9A-F96AAE98FD0C}" srcId="{A1546A6C-0625-4970-B4A5-C465E5C7FE72}" destId="{B18E9CA5-AF37-4B2E-B95B-0C0F345EF091}" srcOrd="1" destOrd="0" parTransId="{1F2316A3-9059-4272-A97A-D43A168BB013}" sibTransId="{96327C96-F601-4136-A945-8194740507B2}"/>
    <dgm:cxn modelId="{7BF7CF29-2DE8-4700-8967-BCEE67A620C1}" srcId="{FDBDAB2C-CD24-48BA-B9BE-8CE3D1F1E319}" destId="{30C808AF-1A5A-4DD4-9BA3-D0BE2C3318EE}" srcOrd="0" destOrd="0" parTransId="{F91C93A1-533F-4A7F-B2C3-ED514DB06F79}" sibTransId="{06938791-D9EE-4E9D-9F4C-9C75B8B336CD}"/>
    <dgm:cxn modelId="{DA469936-BA87-411C-8E59-744294101F39}" type="presOf" srcId="{30C808AF-1A5A-4DD4-9BA3-D0BE2C3318EE}" destId="{3576007F-8F34-427D-98A7-F4E6E53ED74A}" srcOrd="0" destOrd="0" presId="urn:microsoft.com/office/officeart/2005/8/layout/target3"/>
    <dgm:cxn modelId="{EA8E474A-F96D-4E88-A95F-7C1C4DCE0A14}" type="presOf" srcId="{A1546A6C-0625-4970-B4A5-C465E5C7FE72}" destId="{84AE5EE9-E177-4FFC-A5B5-1104724F5D5B}" srcOrd="1" destOrd="0" presId="urn:microsoft.com/office/officeart/2005/8/layout/target3"/>
    <dgm:cxn modelId="{5B619F8A-B464-4C25-9AAE-0BD177D7E5FB}" type="presOf" srcId="{1FD320D2-4238-40C1-AEBE-A033D1A19940}" destId="{B489EE95-6047-4842-B00F-0A818241DEF9}" srcOrd="1" destOrd="0" presId="urn:microsoft.com/office/officeart/2005/8/layout/target3"/>
    <dgm:cxn modelId="{8996098E-7F02-424A-A585-3A7B2C30EC48}" srcId="{FDBDAB2C-CD24-48BA-B9BE-8CE3D1F1E319}" destId="{1FD320D2-4238-40C1-AEBE-A033D1A19940}" srcOrd="1" destOrd="0" parTransId="{DD7EA705-6434-4B68-9764-C70636BA3EA6}" sibTransId="{BACA91BD-85A8-4ED9-BE96-8CE2A2E1CB9F}"/>
    <dgm:cxn modelId="{54B4CA92-9A48-4834-BA21-E3A6D322B78B}" srcId="{FDBDAB2C-CD24-48BA-B9BE-8CE3D1F1E319}" destId="{A1546A6C-0625-4970-B4A5-C465E5C7FE72}" srcOrd="3" destOrd="0" parTransId="{6EC1A83F-CB55-4606-8A94-FA0DC51DAFFC}" sibTransId="{B235642A-844E-4879-9B28-86DDF7CF6351}"/>
    <dgm:cxn modelId="{3159E895-0954-47F7-8C11-A29525D80870}" type="presOf" srcId="{8524B465-4049-4709-BF21-8D3908135A97}" destId="{3E9037E5-A4C0-4DC9-A1CF-9FF1784E12FE}" srcOrd="1" destOrd="0" presId="urn:microsoft.com/office/officeart/2005/8/layout/target3"/>
    <dgm:cxn modelId="{3B573497-5103-4E6A-A158-9CD3A178014A}" type="presOf" srcId="{A1546A6C-0625-4970-B4A5-C465E5C7FE72}" destId="{06604012-BDC3-46C6-AF85-9E34DDF1995F}" srcOrd="0" destOrd="0" presId="urn:microsoft.com/office/officeart/2005/8/layout/target3"/>
    <dgm:cxn modelId="{A78784A5-6FB9-47FA-BC54-A6861A71567D}" type="presOf" srcId="{1FD320D2-4238-40C1-AEBE-A033D1A19940}" destId="{AB6050FC-1FAE-47EC-AA17-37B9524293D3}" srcOrd="0" destOrd="0" presId="urn:microsoft.com/office/officeart/2005/8/layout/target3"/>
    <dgm:cxn modelId="{B84B16B0-10C7-44A4-A5CB-E0E8FADAE452}" type="presOf" srcId="{080790CD-193A-4EB8-8B99-2EF20222E207}" destId="{CECC1DAD-9D59-43CB-BBC0-4AE6EF4E3A7F}" srcOrd="0" destOrd="0" presId="urn:microsoft.com/office/officeart/2005/8/layout/target3"/>
    <dgm:cxn modelId="{F63166C6-DDD1-40BF-ABD7-E85FF3B09662}" srcId="{A1546A6C-0625-4970-B4A5-C465E5C7FE72}" destId="{080790CD-193A-4EB8-8B99-2EF20222E207}" srcOrd="0" destOrd="0" parTransId="{2AC75D23-3280-4F58-B947-471559554C98}" sibTransId="{F229D804-650D-466B-B392-4ECFC36F2511}"/>
    <dgm:cxn modelId="{111A9FC8-FCE3-43E1-A90D-865379CAD968}" type="presOf" srcId="{B18E9CA5-AF37-4B2E-B95B-0C0F345EF091}" destId="{CECC1DAD-9D59-43CB-BBC0-4AE6EF4E3A7F}" srcOrd="0" destOrd="1" presId="urn:microsoft.com/office/officeart/2005/8/layout/target3"/>
    <dgm:cxn modelId="{EAD3D6E2-18C6-48C7-9F1A-7BEFC36244CF}" srcId="{FDBDAB2C-CD24-48BA-B9BE-8CE3D1F1E319}" destId="{8524B465-4049-4709-BF21-8D3908135A97}" srcOrd="2" destOrd="0" parTransId="{757D70B8-4FA3-4708-96B8-46E36ED84CE3}" sibTransId="{092570ED-5EDB-41AB-938E-C483355B6135}"/>
    <dgm:cxn modelId="{DBAB66EE-7F2E-479F-B29B-89264F475256}" type="presOf" srcId="{30C808AF-1A5A-4DD4-9BA3-D0BE2C3318EE}" destId="{532FFE14-E495-47C6-9EEC-BF4447D40E2D}" srcOrd="1" destOrd="0" presId="urn:microsoft.com/office/officeart/2005/8/layout/target3"/>
    <dgm:cxn modelId="{88DD1397-B20D-4E92-8B4E-236AA81CDE2B}" type="presParOf" srcId="{21443753-77B5-4AEE-8461-1CABB06F7B16}" destId="{2C33C8F4-0AC1-4DC3-A5C2-66E3DEA6ECD7}" srcOrd="0" destOrd="0" presId="urn:microsoft.com/office/officeart/2005/8/layout/target3"/>
    <dgm:cxn modelId="{3B85440D-8655-4DA7-A8ED-C3B4E62E1F3D}" type="presParOf" srcId="{21443753-77B5-4AEE-8461-1CABB06F7B16}" destId="{1C78BDBA-7500-417A-9456-7B311AF569CB}" srcOrd="1" destOrd="0" presId="urn:microsoft.com/office/officeart/2005/8/layout/target3"/>
    <dgm:cxn modelId="{432647BD-6340-4F41-8109-8A894A7160BB}" type="presParOf" srcId="{21443753-77B5-4AEE-8461-1CABB06F7B16}" destId="{3576007F-8F34-427D-98A7-F4E6E53ED74A}" srcOrd="2" destOrd="0" presId="urn:microsoft.com/office/officeart/2005/8/layout/target3"/>
    <dgm:cxn modelId="{B496944B-BEA7-4486-A60F-D60100570C5C}" type="presParOf" srcId="{21443753-77B5-4AEE-8461-1CABB06F7B16}" destId="{18F98622-CD99-4E21-913E-800B180F7C6B}" srcOrd="3" destOrd="0" presId="urn:microsoft.com/office/officeart/2005/8/layout/target3"/>
    <dgm:cxn modelId="{79E13B87-D59D-4847-B43A-ABBF8902CB90}" type="presParOf" srcId="{21443753-77B5-4AEE-8461-1CABB06F7B16}" destId="{6DC0C19D-5E49-491E-BB79-E1BD1ED6AF8B}" srcOrd="4" destOrd="0" presId="urn:microsoft.com/office/officeart/2005/8/layout/target3"/>
    <dgm:cxn modelId="{770A89A9-F199-4520-BEE8-A4CA543289D3}" type="presParOf" srcId="{21443753-77B5-4AEE-8461-1CABB06F7B16}" destId="{AB6050FC-1FAE-47EC-AA17-37B9524293D3}" srcOrd="5" destOrd="0" presId="urn:microsoft.com/office/officeart/2005/8/layout/target3"/>
    <dgm:cxn modelId="{BE300BD8-056B-4E3B-9310-36CE554B6CEF}" type="presParOf" srcId="{21443753-77B5-4AEE-8461-1CABB06F7B16}" destId="{D79DE3E0-9346-4E7F-9872-8AFE1A62FC85}" srcOrd="6" destOrd="0" presId="urn:microsoft.com/office/officeart/2005/8/layout/target3"/>
    <dgm:cxn modelId="{A6D0828C-4045-43D3-951D-E32B4721B403}" type="presParOf" srcId="{21443753-77B5-4AEE-8461-1CABB06F7B16}" destId="{9415364F-1C2A-4CE9-BEC5-AE27AD5D31A2}" srcOrd="7" destOrd="0" presId="urn:microsoft.com/office/officeart/2005/8/layout/target3"/>
    <dgm:cxn modelId="{E5D302C2-0A6B-4ED5-B155-8AE2E0BA91E9}" type="presParOf" srcId="{21443753-77B5-4AEE-8461-1CABB06F7B16}" destId="{6AA51AE0-8513-4B33-84BE-944CE60736AF}" srcOrd="8" destOrd="0" presId="urn:microsoft.com/office/officeart/2005/8/layout/target3"/>
    <dgm:cxn modelId="{95C005C3-901B-4B4A-B4D6-980CA59C6E58}" type="presParOf" srcId="{21443753-77B5-4AEE-8461-1CABB06F7B16}" destId="{65E8C370-AF97-487F-A326-B375C0ED029B}" srcOrd="9" destOrd="0" presId="urn:microsoft.com/office/officeart/2005/8/layout/target3"/>
    <dgm:cxn modelId="{A41ED5C8-DCBA-447D-B92B-49C6F32A3D4F}" type="presParOf" srcId="{21443753-77B5-4AEE-8461-1CABB06F7B16}" destId="{4FE487D3-81B3-4001-9FCE-D13C746938A4}" srcOrd="10" destOrd="0" presId="urn:microsoft.com/office/officeart/2005/8/layout/target3"/>
    <dgm:cxn modelId="{0EC4B4FF-4420-442E-B4A1-69281C65D7A7}" type="presParOf" srcId="{21443753-77B5-4AEE-8461-1CABB06F7B16}" destId="{06604012-BDC3-46C6-AF85-9E34DDF1995F}" srcOrd="11" destOrd="0" presId="urn:microsoft.com/office/officeart/2005/8/layout/target3"/>
    <dgm:cxn modelId="{098D13C6-116A-453D-B0E9-705C8B8B3110}" type="presParOf" srcId="{21443753-77B5-4AEE-8461-1CABB06F7B16}" destId="{532FFE14-E495-47C6-9EEC-BF4447D40E2D}" srcOrd="12" destOrd="0" presId="urn:microsoft.com/office/officeart/2005/8/layout/target3"/>
    <dgm:cxn modelId="{16764DE0-2FEF-4EC6-B8D0-493E22E9BE09}" type="presParOf" srcId="{21443753-77B5-4AEE-8461-1CABB06F7B16}" destId="{83B902A8-FB95-46F5-97A9-2E6AF1929421}" srcOrd="13" destOrd="0" presId="urn:microsoft.com/office/officeart/2005/8/layout/target3"/>
    <dgm:cxn modelId="{4F899507-75DB-4AB7-BFDB-6D9351DE063C}" type="presParOf" srcId="{21443753-77B5-4AEE-8461-1CABB06F7B16}" destId="{B489EE95-6047-4842-B00F-0A818241DEF9}" srcOrd="14" destOrd="0" presId="urn:microsoft.com/office/officeart/2005/8/layout/target3"/>
    <dgm:cxn modelId="{4468B1FB-7638-49A2-BEE1-FBC68AF946C0}" type="presParOf" srcId="{21443753-77B5-4AEE-8461-1CABB06F7B16}" destId="{D3BD2A37-68C4-4FC3-988B-545B366F044C}" srcOrd="15" destOrd="0" presId="urn:microsoft.com/office/officeart/2005/8/layout/target3"/>
    <dgm:cxn modelId="{AC0F8A49-FA8B-4792-BD46-089BCD3C4EAA}" type="presParOf" srcId="{21443753-77B5-4AEE-8461-1CABB06F7B16}" destId="{3E9037E5-A4C0-4DC9-A1CF-9FF1784E12FE}" srcOrd="16" destOrd="0" presId="urn:microsoft.com/office/officeart/2005/8/layout/target3"/>
    <dgm:cxn modelId="{C07385F2-0659-4333-8C05-13CC1F2484C2}" type="presParOf" srcId="{21443753-77B5-4AEE-8461-1CABB06F7B16}" destId="{9174F63E-3AF2-4502-9397-7126C9B60B4A}" srcOrd="17" destOrd="0" presId="urn:microsoft.com/office/officeart/2005/8/layout/target3"/>
    <dgm:cxn modelId="{E222E210-01D9-4C77-A8B0-D9A46B97C3D5}" type="presParOf" srcId="{21443753-77B5-4AEE-8461-1CABB06F7B16}" destId="{84AE5EE9-E177-4FFC-A5B5-1104724F5D5B}" srcOrd="18" destOrd="0" presId="urn:microsoft.com/office/officeart/2005/8/layout/target3"/>
    <dgm:cxn modelId="{33EB75D8-57A0-4AFB-9947-B012B8A12441}" type="presParOf" srcId="{21443753-77B5-4AEE-8461-1CABB06F7B16}" destId="{CECC1DAD-9D59-43CB-BBC0-4AE6EF4E3A7F}" srcOrd="19"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AD175-766B-4D98-9491-5AF0B8F1DB78}">
      <dsp:nvSpPr>
        <dsp:cNvPr id="0" name=""/>
        <dsp:cNvSpPr/>
      </dsp:nvSpPr>
      <dsp:spPr>
        <a:xfrm>
          <a:off x="3130872" y="168374"/>
          <a:ext cx="2284889" cy="2284889"/>
        </a:xfrm>
        <a:prstGeom prst="pie">
          <a:avLst>
            <a:gd name="adj1" fmla="val 16200000"/>
            <a:gd name="adj2" fmla="val 2052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a:t>Key Features</a:t>
          </a:r>
          <a:r>
            <a:rPr lang="en-US" sz="900" kern="1200"/>
            <a:t>:</a:t>
          </a:r>
          <a:endParaRPr lang="en-IN" sz="900" kern="1200"/>
        </a:p>
      </dsp:txBody>
      <dsp:txXfrm>
        <a:off x="4322822" y="552453"/>
        <a:ext cx="734428" cy="489619"/>
      </dsp:txXfrm>
    </dsp:sp>
    <dsp:sp modelId="{8694DDC9-9237-40D3-831D-341B4EFADF34}">
      <dsp:nvSpPr>
        <dsp:cNvPr id="0" name=""/>
        <dsp:cNvSpPr/>
      </dsp:nvSpPr>
      <dsp:spPr>
        <a:xfrm>
          <a:off x="3150456" y="229304"/>
          <a:ext cx="2284889" cy="2284889"/>
        </a:xfrm>
        <a:prstGeom prst="pie">
          <a:avLst>
            <a:gd name="adj1" fmla="val 20520000"/>
            <a:gd name="adj2" fmla="val 324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Automated Salary Calculation</a:t>
          </a:r>
          <a:endParaRPr lang="en-IN" sz="900" kern="1200" dirty="0"/>
        </a:p>
      </dsp:txBody>
      <dsp:txXfrm>
        <a:off x="4622034" y="1273281"/>
        <a:ext cx="680026" cy="544021"/>
      </dsp:txXfrm>
    </dsp:sp>
    <dsp:sp modelId="{B45CD262-3D54-400A-B6AA-0012AA3A198A}">
      <dsp:nvSpPr>
        <dsp:cNvPr id="0" name=""/>
        <dsp:cNvSpPr/>
      </dsp:nvSpPr>
      <dsp:spPr>
        <a:xfrm>
          <a:off x="3098774" y="266842"/>
          <a:ext cx="2284889" cy="2284889"/>
        </a:xfrm>
        <a:prstGeom prst="pie">
          <a:avLst>
            <a:gd name="adj1" fmla="val 3240000"/>
            <a:gd name="adj2" fmla="val 756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Digital Pay Slips</a:t>
          </a:r>
          <a:endParaRPr lang="en-IN" sz="900" kern="1200" dirty="0"/>
        </a:p>
      </dsp:txBody>
      <dsp:txXfrm>
        <a:off x="3914806" y="1871704"/>
        <a:ext cx="652825" cy="598423"/>
      </dsp:txXfrm>
    </dsp:sp>
    <dsp:sp modelId="{9D708117-8F54-42E7-B9D9-077E2378496F}">
      <dsp:nvSpPr>
        <dsp:cNvPr id="0" name=""/>
        <dsp:cNvSpPr/>
      </dsp:nvSpPr>
      <dsp:spPr>
        <a:xfrm>
          <a:off x="3047092" y="229304"/>
          <a:ext cx="2284889" cy="2284889"/>
        </a:xfrm>
        <a:prstGeom prst="pie">
          <a:avLst>
            <a:gd name="adj1" fmla="val 7560000"/>
            <a:gd name="adj2" fmla="val 1188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Employee Management</a:t>
          </a:r>
          <a:endParaRPr lang="en-IN" sz="900" kern="1200"/>
        </a:p>
      </dsp:txBody>
      <dsp:txXfrm>
        <a:off x="3180378" y="1273281"/>
        <a:ext cx="680026" cy="544021"/>
      </dsp:txXfrm>
    </dsp:sp>
    <dsp:sp modelId="{AE85CCEB-1DD9-47F8-A32A-28FE103AA5D5}">
      <dsp:nvSpPr>
        <dsp:cNvPr id="0" name=""/>
        <dsp:cNvSpPr/>
      </dsp:nvSpPr>
      <dsp:spPr>
        <a:xfrm>
          <a:off x="3066677" y="168374"/>
          <a:ext cx="2284889" cy="2284889"/>
        </a:xfrm>
        <a:prstGeom prst="pie">
          <a:avLst>
            <a:gd name="adj1" fmla="val 11880000"/>
            <a:gd name="adj2" fmla="val 162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Report Generation</a:t>
          </a:r>
          <a:endParaRPr lang="en-IN" sz="900" kern="1200"/>
        </a:p>
      </dsp:txBody>
      <dsp:txXfrm>
        <a:off x="3425187" y="552453"/>
        <a:ext cx="734428" cy="489619"/>
      </dsp:txXfrm>
    </dsp:sp>
    <dsp:sp modelId="{D8309E7C-34AB-4E27-B739-6EAEE80527E9}">
      <dsp:nvSpPr>
        <dsp:cNvPr id="0" name=""/>
        <dsp:cNvSpPr/>
      </dsp:nvSpPr>
      <dsp:spPr>
        <a:xfrm>
          <a:off x="2989319" y="26929"/>
          <a:ext cx="2567780" cy="2567780"/>
        </a:xfrm>
        <a:prstGeom prst="circularArrow">
          <a:avLst>
            <a:gd name="adj1" fmla="val 5085"/>
            <a:gd name="adj2" fmla="val 327528"/>
            <a:gd name="adj3" fmla="val 20192361"/>
            <a:gd name="adj4" fmla="val 16200324"/>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63F93CA-5C66-4FAB-88EF-876853788E1C}">
      <dsp:nvSpPr>
        <dsp:cNvPr id="0" name=""/>
        <dsp:cNvSpPr/>
      </dsp:nvSpPr>
      <dsp:spPr>
        <a:xfrm>
          <a:off x="3009169" y="87839"/>
          <a:ext cx="2567780" cy="2567780"/>
        </a:xfrm>
        <a:prstGeom prst="circularArrow">
          <a:avLst>
            <a:gd name="adj1" fmla="val 5085"/>
            <a:gd name="adj2" fmla="val 327528"/>
            <a:gd name="adj3" fmla="val 2912753"/>
            <a:gd name="adj4" fmla="val 20519953"/>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52257D-7688-49B4-8323-2B2223CB6139}">
      <dsp:nvSpPr>
        <dsp:cNvPr id="0" name=""/>
        <dsp:cNvSpPr/>
      </dsp:nvSpPr>
      <dsp:spPr>
        <a:xfrm>
          <a:off x="2957329" y="125491"/>
          <a:ext cx="2567780" cy="2567780"/>
        </a:xfrm>
        <a:prstGeom prst="circularArrow">
          <a:avLst>
            <a:gd name="adj1" fmla="val 5085"/>
            <a:gd name="adj2" fmla="val 327528"/>
            <a:gd name="adj3" fmla="val 7232777"/>
            <a:gd name="adj4" fmla="val 3239695"/>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5CED827-F8D9-4B79-A94C-79B9F243DAC0}">
      <dsp:nvSpPr>
        <dsp:cNvPr id="0" name=""/>
        <dsp:cNvSpPr/>
      </dsp:nvSpPr>
      <dsp:spPr>
        <a:xfrm>
          <a:off x="2905489" y="87839"/>
          <a:ext cx="2567780" cy="2567780"/>
        </a:xfrm>
        <a:prstGeom prst="circularArrow">
          <a:avLst>
            <a:gd name="adj1" fmla="val 5085"/>
            <a:gd name="adj2" fmla="val 327528"/>
            <a:gd name="adj3" fmla="val 11552519"/>
            <a:gd name="adj4" fmla="val 7559718"/>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528DCDB-789F-4EC0-A71A-0C532DB429F7}">
      <dsp:nvSpPr>
        <dsp:cNvPr id="0" name=""/>
        <dsp:cNvSpPr/>
      </dsp:nvSpPr>
      <dsp:spPr>
        <a:xfrm>
          <a:off x="2925339" y="26929"/>
          <a:ext cx="2567780" cy="2567780"/>
        </a:xfrm>
        <a:prstGeom prst="circularArrow">
          <a:avLst>
            <a:gd name="adj1" fmla="val 5085"/>
            <a:gd name="adj2" fmla="val 327528"/>
            <a:gd name="adj3" fmla="val 15872148"/>
            <a:gd name="adj4" fmla="val 11880111"/>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879BD-FAD1-4809-B96C-40193776172B}">
      <dsp:nvSpPr>
        <dsp:cNvPr id="0" name=""/>
        <dsp:cNvSpPr/>
      </dsp:nvSpPr>
      <dsp:spPr>
        <a:xfrm>
          <a:off x="4053227" y="1097129"/>
          <a:ext cx="1340936" cy="1340936"/>
        </a:xfrm>
        <a:prstGeom prst="gear9">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a:t>Technology Used</a:t>
          </a:r>
          <a:r>
            <a:rPr lang="en-US" sz="800" kern="1200"/>
            <a:t>:</a:t>
          </a:r>
          <a:endParaRPr lang="en-IN" sz="800" kern="1200"/>
        </a:p>
      </dsp:txBody>
      <dsp:txXfrm>
        <a:off x="4322815" y="1411237"/>
        <a:ext cx="801760" cy="689269"/>
      </dsp:txXfrm>
    </dsp:sp>
    <dsp:sp modelId="{AB52AFD1-0BAC-4FF1-AC6D-ABAB4FA33A9F}">
      <dsp:nvSpPr>
        <dsp:cNvPr id="0" name=""/>
        <dsp:cNvSpPr/>
      </dsp:nvSpPr>
      <dsp:spPr>
        <a:xfrm>
          <a:off x="3273046" y="780181"/>
          <a:ext cx="975226" cy="975226"/>
        </a:xfrm>
        <a:prstGeom prst="gear6">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a:t>Frontend</a:t>
          </a:r>
          <a:r>
            <a:rPr lang="en-US" sz="800" kern="1200"/>
            <a:t>: HTML, CSS</a:t>
          </a:r>
          <a:endParaRPr lang="en-IN" sz="800" kern="1200"/>
        </a:p>
      </dsp:txBody>
      <dsp:txXfrm>
        <a:off x="3518562" y="1027181"/>
        <a:ext cx="484194" cy="481226"/>
      </dsp:txXfrm>
    </dsp:sp>
    <dsp:sp modelId="{B40408F7-FEA6-48F1-BC93-2864C86BDBAA}">
      <dsp:nvSpPr>
        <dsp:cNvPr id="0" name=""/>
        <dsp:cNvSpPr/>
      </dsp:nvSpPr>
      <dsp:spPr>
        <a:xfrm rot="20700000">
          <a:off x="3819272" y="107374"/>
          <a:ext cx="955522" cy="955522"/>
        </a:xfrm>
        <a:prstGeom prst="gear6">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a:t>Backend</a:t>
          </a:r>
          <a:r>
            <a:rPr lang="en-US" sz="800" kern="1200"/>
            <a:t>: Oracle 11g</a:t>
          </a:r>
          <a:endParaRPr lang="en-IN" sz="800" kern="1200"/>
        </a:p>
      </dsp:txBody>
      <dsp:txXfrm rot="-20700000">
        <a:off x="4028846" y="316948"/>
        <a:ext cx="536374" cy="536374"/>
      </dsp:txXfrm>
    </dsp:sp>
    <dsp:sp modelId="{98BAF8DD-2152-4003-A3AB-8DA333484E2D}">
      <dsp:nvSpPr>
        <dsp:cNvPr id="0" name=""/>
        <dsp:cNvSpPr/>
      </dsp:nvSpPr>
      <dsp:spPr>
        <a:xfrm>
          <a:off x="3931985" y="904883"/>
          <a:ext cx="1716398" cy="1716398"/>
        </a:xfrm>
        <a:prstGeom prst="circularArrow">
          <a:avLst>
            <a:gd name="adj1" fmla="val 4687"/>
            <a:gd name="adj2" fmla="val 299029"/>
            <a:gd name="adj3" fmla="val 2450983"/>
            <a:gd name="adj4" fmla="val 16009611"/>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EB8DFEE-23CA-4D73-B6C7-4268446C3529}">
      <dsp:nvSpPr>
        <dsp:cNvPr id="0" name=""/>
        <dsp:cNvSpPr/>
      </dsp:nvSpPr>
      <dsp:spPr>
        <a:xfrm>
          <a:off x="3100335" y="571937"/>
          <a:ext cx="1247070" cy="1247070"/>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6E88CC9-E12D-4F90-80F6-004B3A47F791}">
      <dsp:nvSpPr>
        <dsp:cNvPr id="0" name=""/>
        <dsp:cNvSpPr/>
      </dsp:nvSpPr>
      <dsp:spPr>
        <a:xfrm>
          <a:off x="3598250" y="-94384"/>
          <a:ext cx="1344593" cy="1344593"/>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33C8F4-0AC1-4DC3-A5C2-66E3DEA6ECD7}">
      <dsp:nvSpPr>
        <dsp:cNvPr id="0" name=""/>
        <dsp:cNvSpPr/>
      </dsp:nvSpPr>
      <dsp:spPr>
        <a:xfrm>
          <a:off x="0" y="0"/>
          <a:ext cx="4023360" cy="4023360"/>
        </a:xfrm>
        <a:prstGeom prst="pie">
          <a:avLst>
            <a:gd name="adj1" fmla="val 5400000"/>
            <a:gd name="adj2" fmla="val 162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76007F-8F34-427D-98A7-F4E6E53ED74A}">
      <dsp:nvSpPr>
        <dsp:cNvPr id="0" name=""/>
        <dsp:cNvSpPr/>
      </dsp:nvSpPr>
      <dsp:spPr>
        <a:xfrm>
          <a:off x="2011680" y="0"/>
          <a:ext cx="8046720" cy="402336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a:t>TutorialsPoint. (n.d.). </a:t>
          </a:r>
          <a:r>
            <a:rPr lang="en-IN" sz="1000" i="1" kern="1200"/>
            <a:t>Oracle PL/SQL - Quick Guide</a:t>
          </a:r>
          <a:r>
            <a:rPr lang="en-IN" sz="1000" kern="1200"/>
            <a:t>. Retrieved from </a:t>
          </a:r>
          <a:r>
            <a:rPr lang="en-IN" sz="1000" kern="1200">
              <a:hlinkClick xmlns:r="http://schemas.openxmlformats.org/officeDocument/2006/relationships" r:id="rId1"/>
            </a:rPr>
            <a:t>https://www.tutorialspoint.com/plsql/plsql_quick_guide.htm </a:t>
          </a:r>
          <a:endParaRPr lang="en-IN" sz="1000" kern="1200"/>
        </a:p>
      </dsp:txBody>
      <dsp:txXfrm>
        <a:off x="2011680" y="0"/>
        <a:ext cx="4023360" cy="854963"/>
      </dsp:txXfrm>
    </dsp:sp>
    <dsp:sp modelId="{6DC0C19D-5E49-491E-BB79-E1BD1ED6AF8B}">
      <dsp:nvSpPr>
        <dsp:cNvPr id="0" name=""/>
        <dsp:cNvSpPr/>
      </dsp:nvSpPr>
      <dsp:spPr>
        <a:xfrm>
          <a:off x="528065" y="854963"/>
          <a:ext cx="2967228" cy="2967228"/>
        </a:xfrm>
        <a:prstGeom prst="pie">
          <a:avLst>
            <a:gd name="adj1" fmla="val 5400000"/>
            <a:gd name="adj2" fmla="val 162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6050FC-1FAE-47EC-AA17-37B9524293D3}">
      <dsp:nvSpPr>
        <dsp:cNvPr id="0" name=""/>
        <dsp:cNvSpPr/>
      </dsp:nvSpPr>
      <dsp:spPr>
        <a:xfrm>
          <a:off x="2011680" y="854963"/>
          <a:ext cx="8046720" cy="296722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a:t>W3Schools. (n.d.). </a:t>
          </a:r>
          <a:r>
            <a:rPr lang="en-IN" sz="1000" i="1" kern="1200"/>
            <a:t>ASP.NET Tutorial</a:t>
          </a:r>
          <a:r>
            <a:rPr lang="en-IN" sz="1000" kern="1200"/>
            <a:t>. Retrieved from </a:t>
          </a:r>
          <a:r>
            <a:rPr lang="en-IN" sz="1000" kern="1200">
              <a:hlinkClick xmlns:r="http://schemas.openxmlformats.org/officeDocument/2006/relationships" r:id="rId2"/>
            </a:rPr>
            <a:t>https://www.w3schools.com/asp/ </a:t>
          </a:r>
          <a:endParaRPr lang="en-IN" sz="1000" kern="1200"/>
        </a:p>
      </dsp:txBody>
      <dsp:txXfrm>
        <a:off x="2011680" y="854963"/>
        <a:ext cx="4023360" cy="854964"/>
      </dsp:txXfrm>
    </dsp:sp>
    <dsp:sp modelId="{9415364F-1C2A-4CE9-BEC5-AE27AD5D31A2}">
      <dsp:nvSpPr>
        <dsp:cNvPr id="0" name=""/>
        <dsp:cNvSpPr/>
      </dsp:nvSpPr>
      <dsp:spPr>
        <a:xfrm>
          <a:off x="1056132" y="1709928"/>
          <a:ext cx="1911096" cy="1911096"/>
        </a:xfrm>
        <a:prstGeom prst="pie">
          <a:avLst>
            <a:gd name="adj1" fmla="val 5400000"/>
            <a:gd name="adj2" fmla="val 162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A51AE0-8513-4B33-84BE-944CE60736AF}">
      <dsp:nvSpPr>
        <dsp:cNvPr id="0" name=""/>
        <dsp:cNvSpPr/>
      </dsp:nvSpPr>
      <dsp:spPr>
        <a:xfrm>
          <a:off x="2011680" y="1709928"/>
          <a:ext cx="8046720" cy="1911096"/>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a:t>Stack Overflow. (n.d.). </a:t>
          </a:r>
          <a:r>
            <a:rPr lang="en-IN" sz="1000" i="1" kern="1200"/>
            <a:t>ASP.NET Questions and Answers</a:t>
          </a:r>
          <a:r>
            <a:rPr lang="en-IN" sz="1000" kern="1200"/>
            <a:t>. Retrieved from </a:t>
          </a:r>
          <a:r>
            <a:rPr lang="en-IN" sz="1000" kern="1200">
              <a:hlinkClick xmlns:r="http://schemas.openxmlformats.org/officeDocument/2006/relationships" r:id="rId3"/>
            </a:rPr>
            <a:t>https://stackoverflow.com/questions/tagged/asp.net </a:t>
          </a:r>
          <a:endParaRPr lang="en-IN" sz="1000" kern="1200"/>
        </a:p>
      </dsp:txBody>
      <dsp:txXfrm>
        <a:off x="2011680" y="1709928"/>
        <a:ext cx="4023360" cy="854964"/>
      </dsp:txXfrm>
    </dsp:sp>
    <dsp:sp modelId="{4FE487D3-81B3-4001-9FCE-D13C746938A4}">
      <dsp:nvSpPr>
        <dsp:cNvPr id="0" name=""/>
        <dsp:cNvSpPr/>
      </dsp:nvSpPr>
      <dsp:spPr>
        <a:xfrm>
          <a:off x="1584198" y="2564892"/>
          <a:ext cx="854964" cy="854964"/>
        </a:xfrm>
        <a:prstGeom prst="pie">
          <a:avLst>
            <a:gd name="adj1" fmla="val 5400000"/>
            <a:gd name="adj2" fmla="val 162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604012-BDC3-46C6-AF85-9E34DDF1995F}">
      <dsp:nvSpPr>
        <dsp:cNvPr id="0" name=""/>
        <dsp:cNvSpPr/>
      </dsp:nvSpPr>
      <dsp:spPr>
        <a:xfrm>
          <a:off x="2011680" y="2564892"/>
          <a:ext cx="8046720" cy="854964"/>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a:t>Oracle. (n.d.). </a:t>
          </a:r>
          <a:r>
            <a:rPr lang="en-IN" sz="1100" i="1" kern="1200" dirty="0"/>
            <a:t>Oracle Database 11g Documentation</a:t>
          </a:r>
          <a:r>
            <a:rPr lang="en-IN" sz="1100" kern="1200" dirty="0"/>
            <a:t>. Retrieved from </a:t>
          </a:r>
          <a:r>
            <a:rPr lang="en-IN" sz="1100" kern="1200" dirty="0">
              <a:hlinkClick xmlns:r="http://schemas.openxmlformats.org/officeDocument/2006/relationships" r:id="rId4"/>
            </a:rPr>
            <a:t>https://docs.oracle.com/cd/B28359_01/index.htm </a:t>
          </a:r>
          <a:endParaRPr lang="en-IN" sz="1100" kern="1200" dirty="0"/>
        </a:p>
        <a:p>
          <a:pPr marL="0" lvl="0" indent="0" algn="ctr" defTabSz="488950">
            <a:lnSpc>
              <a:spcPct val="90000"/>
            </a:lnSpc>
            <a:spcBef>
              <a:spcPct val="0"/>
            </a:spcBef>
            <a:spcAft>
              <a:spcPct val="35000"/>
            </a:spcAft>
            <a:buNone/>
          </a:pPr>
          <a:r>
            <a:rPr lang="en-IN" sz="1100" kern="1200" dirty="0"/>
            <a:t>Microsoft. (n.d.). </a:t>
          </a:r>
          <a:r>
            <a:rPr lang="en-IN" sz="1100" i="1" kern="1200" dirty="0"/>
            <a:t>Visual Studio 2013 Documentation</a:t>
          </a:r>
          <a:r>
            <a:rPr lang="en-IN" sz="1100" kern="1200" dirty="0"/>
            <a:t>. Retrieved from </a:t>
          </a:r>
          <a:r>
            <a:rPr lang="en-IN" sz="1100" kern="1200" dirty="0">
              <a:hlinkClick xmlns:r="http://schemas.openxmlformats.org/officeDocument/2006/relationships" r:id="rId5"/>
            </a:rPr>
            <a:t>https://docs.microsoft.com/en-us/visualstudio/2013 </a:t>
          </a:r>
          <a:endParaRPr lang="en-IN" sz="1100" kern="1200" dirty="0"/>
        </a:p>
        <a:p>
          <a:pPr marL="0" lvl="0" indent="0" algn="ctr" defTabSz="488950">
            <a:lnSpc>
              <a:spcPct val="90000"/>
            </a:lnSpc>
            <a:spcBef>
              <a:spcPct val="0"/>
            </a:spcBef>
            <a:spcAft>
              <a:spcPct val="35000"/>
            </a:spcAft>
            <a:buNone/>
          </a:pPr>
          <a:endParaRPr lang="en-IN" sz="1100" kern="1200" dirty="0"/>
        </a:p>
      </dsp:txBody>
      <dsp:txXfrm>
        <a:off x="2011680" y="2564892"/>
        <a:ext cx="4023360" cy="854963"/>
      </dsp:txXfrm>
    </dsp:sp>
    <dsp:sp modelId="{CECC1DAD-9D59-43CB-BBC0-4AE6EF4E3A7F}">
      <dsp:nvSpPr>
        <dsp:cNvPr id="0" name=""/>
        <dsp:cNvSpPr/>
      </dsp:nvSpPr>
      <dsp:spPr>
        <a:xfrm>
          <a:off x="6035039" y="2564892"/>
          <a:ext cx="4023360" cy="854963"/>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endParaRPr lang="en-IN" sz="2200" kern="1200" dirty="0"/>
        </a:p>
        <a:p>
          <a:pPr marL="228600" lvl="1" indent="-228600" algn="l" defTabSz="977900">
            <a:lnSpc>
              <a:spcPct val="90000"/>
            </a:lnSpc>
            <a:spcBef>
              <a:spcPct val="0"/>
            </a:spcBef>
            <a:spcAft>
              <a:spcPct val="15000"/>
            </a:spcAft>
            <a:buChar char="•"/>
          </a:pPr>
          <a:endParaRPr lang="en-IN" sz="2200" kern="1200" dirty="0"/>
        </a:p>
      </dsp:txBody>
      <dsp:txXfrm>
        <a:off x="6035039" y="2564892"/>
        <a:ext cx="4023360" cy="854963"/>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109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3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2D49C9-F62D-4678-BC89-DB43B71819CB}"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7FD8BF-3BC9-4408-BA41-05C18B0FE60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452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2D49C9-F62D-4678-BC89-DB43B71819CB}"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7FD8BF-3BC9-4408-BA41-05C18B0FE601}" type="slidenum">
              <a:rPr lang="en-IN" smtClean="0"/>
              <a:t>‹#›</a:t>
            </a:fld>
            <a:endParaRPr lang="en-IN"/>
          </a:p>
        </p:txBody>
      </p:sp>
    </p:spTree>
    <p:extLst>
      <p:ext uri="{BB962C8B-B14F-4D97-AF65-F5344CB8AC3E}">
        <p14:creationId xmlns:p14="http://schemas.microsoft.com/office/powerpoint/2010/main" val="2343176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2D49C9-F62D-4678-BC89-DB43B71819CB}"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7FD8BF-3BC9-4408-BA41-05C18B0FE60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054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2D49C9-F62D-4678-BC89-DB43B71819CB}"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7FD8BF-3BC9-4408-BA41-05C18B0FE601}" type="slidenum">
              <a:rPr lang="en-IN" smtClean="0"/>
              <a:t>‹#›</a:t>
            </a:fld>
            <a:endParaRPr lang="en-IN"/>
          </a:p>
        </p:txBody>
      </p:sp>
    </p:spTree>
    <p:extLst>
      <p:ext uri="{BB962C8B-B14F-4D97-AF65-F5344CB8AC3E}">
        <p14:creationId xmlns:p14="http://schemas.microsoft.com/office/powerpoint/2010/main" val="1834420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2D49C9-F62D-4678-BC89-DB43B71819CB}" type="datetimeFigureOut">
              <a:rPr lang="en-IN" smtClean="0"/>
              <a:t>06-04-2026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37FD8BF-3BC9-4408-BA41-05C18B0FE601}" type="slidenum">
              <a:rPr lang="en-IN" smtClean="0"/>
              <a:t>‹#›</a:t>
            </a:fld>
            <a:endParaRPr lang="en-IN"/>
          </a:p>
        </p:txBody>
      </p:sp>
    </p:spTree>
    <p:extLst>
      <p:ext uri="{BB962C8B-B14F-4D97-AF65-F5344CB8AC3E}">
        <p14:creationId xmlns:p14="http://schemas.microsoft.com/office/powerpoint/2010/main" val="4167551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2D49C9-F62D-4678-BC89-DB43B71819CB}" type="datetimeFigureOut">
              <a:rPr lang="en-IN" smtClean="0"/>
              <a:t>06-04-2026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37FD8BF-3BC9-4408-BA41-05C18B0FE601}" type="slidenum">
              <a:rPr lang="en-IN" smtClean="0"/>
              <a:t>‹#›</a:t>
            </a:fld>
            <a:endParaRPr lang="en-IN"/>
          </a:p>
        </p:txBody>
      </p:sp>
    </p:spTree>
    <p:extLst>
      <p:ext uri="{BB962C8B-B14F-4D97-AF65-F5344CB8AC3E}">
        <p14:creationId xmlns:p14="http://schemas.microsoft.com/office/powerpoint/2010/main" val="3517439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72D49C9-F62D-4678-BC89-DB43B71819CB}" type="datetimeFigureOut">
              <a:rPr lang="en-IN" smtClean="0"/>
              <a:t>06-04-2026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F37FD8BF-3BC9-4408-BA41-05C18B0FE601}" type="slidenum">
              <a:rPr lang="en-IN" smtClean="0"/>
              <a:t>‹#›</a:t>
            </a:fld>
            <a:endParaRPr lang="en-IN"/>
          </a:p>
        </p:txBody>
      </p:sp>
    </p:spTree>
    <p:extLst>
      <p:ext uri="{BB962C8B-B14F-4D97-AF65-F5344CB8AC3E}">
        <p14:creationId xmlns:p14="http://schemas.microsoft.com/office/powerpoint/2010/main" val="428662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72D49C9-F62D-4678-BC89-DB43B71819CB}" type="datetimeFigureOut">
              <a:rPr lang="en-IN" smtClean="0"/>
              <a:t>06-04-2026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37FD8BF-3BC9-4408-BA41-05C18B0FE601}" type="slidenum">
              <a:rPr lang="en-IN" smtClean="0"/>
              <a:t>‹#›</a:t>
            </a:fld>
            <a:endParaRPr lang="en-IN"/>
          </a:p>
        </p:txBody>
      </p:sp>
    </p:spTree>
    <p:extLst>
      <p:ext uri="{BB962C8B-B14F-4D97-AF65-F5344CB8AC3E}">
        <p14:creationId xmlns:p14="http://schemas.microsoft.com/office/powerpoint/2010/main" val="644651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2D49C9-F62D-4678-BC89-DB43B71819CB}"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7FD8BF-3BC9-4408-BA41-05C18B0FE601}" type="slidenum">
              <a:rPr lang="en-IN" smtClean="0"/>
              <a:t>‹#›</a:t>
            </a:fld>
            <a:endParaRPr lang="en-IN"/>
          </a:p>
        </p:txBody>
      </p:sp>
    </p:spTree>
    <p:extLst>
      <p:ext uri="{BB962C8B-B14F-4D97-AF65-F5344CB8AC3E}">
        <p14:creationId xmlns:p14="http://schemas.microsoft.com/office/powerpoint/2010/main" val="2057740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2D49C9-F62D-4678-BC89-DB43B71819CB}"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7FD8BF-3BC9-4408-BA41-05C18B0FE601}" type="slidenum">
              <a:rPr lang="en-IN" smtClean="0"/>
              <a:t>‹#›</a:t>
            </a:fld>
            <a:endParaRPr lang="en-IN"/>
          </a:p>
        </p:txBody>
      </p:sp>
    </p:spTree>
    <p:extLst>
      <p:ext uri="{BB962C8B-B14F-4D97-AF65-F5344CB8AC3E}">
        <p14:creationId xmlns:p14="http://schemas.microsoft.com/office/powerpoint/2010/main" val="1833317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2D49C9-F62D-4678-BC89-DB43B71819CB}"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7FD8BF-3BC9-4408-BA41-05C18B0FE601}" type="slidenum">
              <a:rPr lang="en-IN" smtClean="0"/>
              <a:t>‹#›</a:t>
            </a:fld>
            <a:endParaRPr lang="en-IN"/>
          </a:p>
        </p:txBody>
      </p:sp>
    </p:spTree>
    <p:extLst>
      <p:ext uri="{BB962C8B-B14F-4D97-AF65-F5344CB8AC3E}">
        <p14:creationId xmlns:p14="http://schemas.microsoft.com/office/powerpoint/2010/main" val="1339268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72D49C9-F62D-4678-BC89-DB43B71819CB}" type="datetimeFigureOut">
              <a:rPr lang="en-IN" smtClean="0"/>
              <a:t>06-04-2026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37FD8BF-3BC9-4408-BA41-05C18B0FE601}"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98267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 /><Relationship Id="rId3" Type="http://schemas.openxmlformats.org/officeDocument/2006/relationships/diagramLayout" Target="../diagrams/layout1.xml" /><Relationship Id="rId7" Type="http://schemas.openxmlformats.org/officeDocument/2006/relationships/diagramData" Target="../diagrams/data2.xml" /><Relationship Id="rId12" Type="http://schemas.openxmlformats.org/officeDocument/2006/relationships/image" Target="../media/image4.jpeg"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11" Type="http://schemas.microsoft.com/office/2007/relationships/diagramDrawing" Target="../diagrams/drawing2.xml" /><Relationship Id="rId5" Type="http://schemas.openxmlformats.org/officeDocument/2006/relationships/diagramColors" Target="../diagrams/colors1.xml" /><Relationship Id="rId10" Type="http://schemas.openxmlformats.org/officeDocument/2006/relationships/diagramColors" Target="../diagrams/colors2.xml" /><Relationship Id="rId4" Type="http://schemas.openxmlformats.org/officeDocument/2006/relationships/diagramQuickStyle" Target="../diagrams/quickStyle1.xml" /><Relationship Id="rId9" Type="http://schemas.openxmlformats.org/officeDocument/2006/relationships/diagramQuickStyle" Target="../diagrams/quickStyle2.xml" /></Relationships>
</file>

<file path=ppt/slides/_rels/slide5.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 /><Relationship Id="rId2" Type="http://schemas.openxmlformats.org/officeDocument/2006/relationships/diagramData" Target="../diagrams/data3.xml" /><Relationship Id="rId1" Type="http://schemas.openxmlformats.org/officeDocument/2006/relationships/slideLayout" Target="../slideLayouts/slideLayout2.xml" /><Relationship Id="rId6" Type="http://schemas.microsoft.com/office/2007/relationships/diagramDrawing" Target="../diagrams/drawing3.xml" /><Relationship Id="rId5" Type="http://schemas.openxmlformats.org/officeDocument/2006/relationships/diagramColors" Target="../diagrams/colors3.xml" /><Relationship Id="rId4" Type="http://schemas.openxmlformats.org/officeDocument/2006/relationships/diagramQuickStyle" Target="../diagrams/quickStyle3.xml" /></Relationships>
</file>

<file path=ppt/slides/_rels/slide9.xml.rels><?xml version="1.0" encoding="UTF-8" standalone="yes"?>
<Relationships xmlns="http://schemas.openxmlformats.org/package/2006/relationships"><Relationship Id="rId3" Type="http://schemas.openxmlformats.org/officeDocument/2006/relationships/image" Target="../media/image8.jpg" /><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0.jpg" /><Relationship Id="rId2" Type="http://schemas.openxmlformats.org/officeDocument/2006/relationships/image" Target="../media/image9.jp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1.jp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C06B0-C645-B6C3-48AD-39A1FF64E0B4}"/>
              </a:ext>
            </a:extLst>
          </p:cNvPr>
          <p:cNvSpPr>
            <a:spLocks noGrp="1"/>
          </p:cNvSpPr>
          <p:nvPr>
            <p:ph type="ctrTitle"/>
          </p:nvPr>
        </p:nvSpPr>
        <p:spPr>
          <a:xfrm>
            <a:off x="1100051" y="746620"/>
            <a:ext cx="10404561" cy="3598877"/>
          </a:xfrm>
        </p:spPr>
        <p:txBody>
          <a:bodyPr>
            <a:noAutofit/>
          </a:bodyPr>
          <a:lstStyle/>
          <a:p>
            <a:r>
              <a:rPr lang="en-US" sz="8800" dirty="0">
                <a:solidFill>
                  <a:schemeClr val="accent1">
                    <a:lumMod val="50000"/>
                  </a:schemeClr>
                </a:solidFill>
                <a:latin typeface="Garamond" panose="02020404030301010803" pitchFamily="18" charset="0"/>
              </a:rPr>
              <a:t>EMPLOYEE SALARY MANAGEMENT SYSTEM</a:t>
            </a:r>
            <a:endParaRPr lang="en-IN" sz="8800" dirty="0">
              <a:solidFill>
                <a:schemeClr val="accent1">
                  <a:lumMod val="50000"/>
                </a:schemeClr>
              </a:solidFill>
              <a:latin typeface="Garamond" panose="02020404030301010803" pitchFamily="18" charset="0"/>
            </a:endParaRPr>
          </a:p>
        </p:txBody>
      </p:sp>
    </p:spTree>
    <p:extLst>
      <p:ext uri="{BB962C8B-B14F-4D97-AF65-F5344CB8AC3E}">
        <p14:creationId xmlns:p14="http://schemas.microsoft.com/office/powerpoint/2010/main" val="1459673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E5507-3AE5-5D73-387A-2FB8DA0070FB}"/>
              </a:ext>
            </a:extLst>
          </p:cNvPr>
          <p:cNvSpPr>
            <a:spLocks noGrp="1"/>
          </p:cNvSpPr>
          <p:nvPr>
            <p:ph type="title"/>
          </p:nvPr>
        </p:nvSpPr>
        <p:spPr/>
        <p:txBody>
          <a:bodyPr/>
          <a:lstStyle/>
          <a:p>
            <a:r>
              <a:rPr lang="en-US" dirty="0"/>
              <a:t>          </a:t>
            </a:r>
            <a:endParaRPr lang="en-IN" dirty="0"/>
          </a:p>
        </p:txBody>
      </p:sp>
      <p:sp>
        <p:nvSpPr>
          <p:cNvPr id="3" name="Content Placeholder 2">
            <a:extLst>
              <a:ext uri="{FF2B5EF4-FFF2-40B4-BE49-F238E27FC236}">
                <a16:creationId xmlns:a16="http://schemas.microsoft.com/office/drawing/2014/main" id="{FC5AC83A-00DE-C86F-1D96-AB56D86EAC5C}"/>
              </a:ext>
            </a:extLst>
          </p:cNvPr>
          <p:cNvSpPr>
            <a:spLocks noGrp="1"/>
          </p:cNvSpPr>
          <p:nvPr>
            <p:ph idx="1"/>
          </p:nvPr>
        </p:nvSpPr>
        <p:spPr>
          <a:xfrm>
            <a:off x="1097280" y="704674"/>
            <a:ext cx="10058400" cy="5164419"/>
          </a:xfrm>
        </p:spPr>
        <p:txBody>
          <a:bodyPr>
            <a:normAutofit fontScale="70000" lnSpcReduction="20000"/>
          </a:bodyPr>
          <a:lstStyle/>
          <a:p>
            <a:pPr marL="0" indent="0">
              <a:buNone/>
            </a:pPr>
            <a:r>
              <a:rPr lang="en-US" sz="6600" dirty="0">
                <a:latin typeface="High Tower Text" panose="02040502050506030303" pitchFamily="18" charset="0"/>
              </a:rPr>
              <a:t>    </a:t>
            </a:r>
            <a:r>
              <a:rPr lang="en-US" sz="6600" b="1" dirty="0">
                <a:latin typeface="High Tower Text" panose="02040502050506030303" pitchFamily="18" charset="0"/>
              </a:rPr>
              <a:t>DEVELOPED BY: </a:t>
            </a:r>
            <a:r>
              <a:rPr lang="en-US" sz="6600" dirty="0">
                <a:latin typeface="High Tower Text" panose="02040502050506030303" pitchFamily="18" charset="0"/>
              </a:rPr>
              <a:t>  </a:t>
            </a:r>
          </a:p>
          <a:p>
            <a:pPr marL="0" indent="0">
              <a:buNone/>
            </a:pPr>
            <a:r>
              <a:rPr lang="en-IN" dirty="0">
                <a:latin typeface="High Tower Text" panose="02040502050506030303" pitchFamily="18" charset="0"/>
              </a:rPr>
              <a:t>     </a:t>
            </a:r>
          </a:p>
          <a:p>
            <a:pPr marL="0" indent="0">
              <a:buNone/>
            </a:pPr>
            <a:r>
              <a:rPr lang="en-IN" sz="3900" dirty="0">
                <a:latin typeface="High Tower Text" panose="02040502050506030303" pitchFamily="18" charset="0"/>
              </a:rPr>
              <a:t>       </a:t>
            </a:r>
          </a:p>
          <a:p>
            <a:pPr marL="0" indent="0">
              <a:buNone/>
            </a:pP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1. PRIYANSHU SAHOO (B-TECH-4</a:t>
            </a:r>
            <a:r>
              <a:rPr lang="en-IN" sz="3900" baseline="30000" dirty="0">
                <a:latin typeface="Microsoft Himalaya" panose="01010100010101010101" pitchFamily="2" charset="0"/>
                <a:ea typeface="Microsoft Himalaya" panose="01010100010101010101" pitchFamily="2" charset="0"/>
                <a:cs typeface="Microsoft Himalaya" panose="01010100010101010101" pitchFamily="2" charset="0"/>
              </a:rPr>
              <a:t>th</a:t>
            </a: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YEAR/AUK)</a:t>
            </a:r>
          </a:p>
          <a:p>
            <a:pPr marL="0" indent="0">
              <a:buNone/>
            </a:pP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2. KARANDEEP SINGH (BCA-3</a:t>
            </a:r>
            <a:r>
              <a:rPr lang="en-IN" sz="3900" baseline="30000" dirty="0">
                <a:latin typeface="Microsoft Himalaya" panose="01010100010101010101" pitchFamily="2" charset="0"/>
                <a:ea typeface="Microsoft Himalaya" panose="01010100010101010101" pitchFamily="2" charset="0"/>
                <a:cs typeface="Microsoft Himalaya" panose="01010100010101010101" pitchFamily="2" charset="0"/>
              </a:rPr>
              <a:t>rd</a:t>
            </a: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YEAR/AJU)</a:t>
            </a:r>
          </a:p>
          <a:p>
            <a:pPr marL="0" indent="0">
              <a:buNone/>
            </a:pP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3. SIMRAN KHAN(B-TECH-4</a:t>
            </a:r>
            <a:r>
              <a:rPr lang="en-IN" sz="3900" baseline="30000" dirty="0">
                <a:latin typeface="Microsoft Himalaya" panose="01010100010101010101" pitchFamily="2" charset="0"/>
                <a:ea typeface="Microsoft Himalaya" panose="01010100010101010101" pitchFamily="2" charset="0"/>
                <a:cs typeface="Microsoft Himalaya" panose="01010100010101010101" pitchFamily="2" charset="0"/>
              </a:rPr>
              <a:t>th</a:t>
            </a: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YEAR/BBIT)</a:t>
            </a:r>
          </a:p>
          <a:p>
            <a:pPr marL="0" indent="0">
              <a:buNone/>
            </a:pP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4. SOUMYADIP CHATTERJEE (B-TECH-4</a:t>
            </a:r>
            <a:r>
              <a:rPr lang="en-IN" sz="3900" baseline="30000" dirty="0">
                <a:latin typeface="Microsoft Himalaya" panose="01010100010101010101" pitchFamily="2" charset="0"/>
                <a:ea typeface="Microsoft Himalaya" panose="01010100010101010101" pitchFamily="2" charset="0"/>
                <a:cs typeface="Microsoft Himalaya" panose="01010100010101010101" pitchFamily="2" charset="0"/>
              </a:rPr>
              <a:t>th</a:t>
            </a: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YEAR/RCCIIT)</a:t>
            </a:r>
          </a:p>
          <a:p>
            <a:pPr marL="0" indent="0">
              <a:buNone/>
            </a:pP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5. RITAM KAR(B-TECH-4</a:t>
            </a:r>
            <a:r>
              <a:rPr lang="en-IN" sz="3900" baseline="30000" dirty="0">
                <a:latin typeface="Microsoft Himalaya" panose="01010100010101010101" pitchFamily="2" charset="0"/>
                <a:ea typeface="Microsoft Himalaya" panose="01010100010101010101" pitchFamily="2" charset="0"/>
                <a:cs typeface="Microsoft Himalaya" panose="01010100010101010101" pitchFamily="2" charset="0"/>
              </a:rPr>
              <a:t>th</a:t>
            </a: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YEAR/RCCIIT)</a:t>
            </a:r>
          </a:p>
          <a:p>
            <a:pPr marL="0" indent="0">
              <a:buNone/>
            </a:pP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6. MEGHANA MITRA(B-TECH-3</a:t>
            </a:r>
            <a:r>
              <a:rPr lang="en-IN" sz="3900" baseline="30000" dirty="0">
                <a:latin typeface="Microsoft Himalaya" panose="01010100010101010101" pitchFamily="2" charset="0"/>
                <a:ea typeface="Microsoft Himalaya" panose="01010100010101010101" pitchFamily="2" charset="0"/>
                <a:cs typeface="Microsoft Himalaya" panose="01010100010101010101" pitchFamily="2" charset="0"/>
              </a:rPr>
              <a:t>rd</a:t>
            </a:r>
            <a:r>
              <a:rPr lang="en-IN" sz="3900" dirty="0">
                <a:latin typeface="Microsoft Himalaya" panose="01010100010101010101" pitchFamily="2" charset="0"/>
                <a:ea typeface="Microsoft Himalaya" panose="01010100010101010101" pitchFamily="2" charset="0"/>
                <a:cs typeface="Microsoft Himalaya" panose="01010100010101010101" pitchFamily="2" charset="0"/>
              </a:rPr>
              <a:t> YEAR/DYPU)</a:t>
            </a:r>
          </a:p>
          <a:p>
            <a:pPr marL="0" indent="0">
              <a:buNone/>
            </a:pPr>
            <a:endParaRPr lang="en-IN" sz="2400" dirty="0">
              <a:latin typeface="Microsoft Himalaya" panose="01010100010101010101" pitchFamily="2" charset="0"/>
              <a:ea typeface="Microsoft Himalaya" panose="01010100010101010101" pitchFamily="2" charset="0"/>
              <a:cs typeface="Microsoft Himalaya" panose="01010100010101010101" pitchFamily="2" charset="0"/>
            </a:endParaRPr>
          </a:p>
          <a:p>
            <a:pPr marL="0" indent="0">
              <a:buNone/>
            </a:pPr>
            <a:r>
              <a:rPr lang="en-IN" sz="2400" dirty="0">
                <a:latin typeface="Microsoft Himalaya" panose="01010100010101010101" pitchFamily="2" charset="0"/>
                <a:ea typeface="Microsoft Himalaya" panose="01010100010101010101" pitchFamily="2" charset="0"/>
                <a:cs typeface="Microsoft Himalaya" panose="01010100010101010101" pitchFamily="2" charset="0"/>
              </a:rPr>
              <a:t>     </a:t>
            </a:r>
          </a:p>
        </p:txBody>
      </p:sp>
      <p:pic>
        <p:nvPicPr>
          <p:cNvPr id="5" name="Picture 4">
            <a:extLst>
              <a:ext uri="{FF2B5EF4-FFF2-40B4-BE49-F238E27FC236}">
                <a16:creationId xmlns:a16="http://schemas.microsoft.com/office/drawing/2014/main" id="{1C47434D-5B7C-B4F7-F399-A62C9C39C7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1761" y="2059846"/>
            <a:ext cx="2956420" cy="2931603"/>
          </a:xfrm>
          <a:prstGeom prst="rect">
            <a:avLst/>
          </a:prstGeom>
        </p:spPr>
      </p:pic>
    </p:spTree>
    <p:extLst>
      <p:ext uri="{BB962C8B-B14F-4D97-AF65-F5344CB8AC3E}">
        <p14:creationId xmlns:p14="http://schemas.microsoft.com/office/powerpoint/2010/main" val="2661646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9D3DA-22F6-2DDB-FBE8-AD0F7385B2FF}"/>
              </a:ext>
            </a:extLst>
          </p:cNvPr>
          <p:cNvSpPr>
            <a:spLocks noGrp="1"/>
          </p:cNvSpPr>
          <p:nvPr>
            <p:ph type="title"/>
          </p:nvPr>
        </p:nvSpPr>
        <p:spPr/>
        <p:txBody>
          <a:bodyPr>
            <a:normAutofit/>
          </a:bodyPr>
          <a:lstStyle/>
          <a:p>
            <a:r>
              <a:rPr lang="en-US" sz="5600" dirty="0">
                <a:latin typeface="High Tower Text" panose="02040502050506030303" pitchFamily="18" charset="0"/>
              </a:rPr>
              <a:t>     ACKNOWLEDGEMENT</a:t>
            </a:r>
            <a:endParaRPr lang="en-IN" sz="5600" dirty="0">
              <a:latin typeface="High Tower Text" panose="02040502050506030303" pitchFamily="18" charset="0"/>
            </a:endParaRPr>
          </a:p>
        </p:txBody>
      </p:sp>
      <p:sp>
        <p:nvSpPr>
          <p:cNvPr id="3" name="Content Placeholder 2">
            <a:extLst>
              <a:ext uri="{FF2B5EF4-FFF2-40B4-BE49-F238E27FC236}">
                <a16:creationId xmlns:a16="http://schemas.microsoft.com/office/drawing/2014/main" id="{D92A57D4-1178-39D4-438A-9C7B42736423}"/>
              </a:ext>
            </a:extLst>
          </p:cNvPr>
          <p:cNvSpPr>
            <a:spLocks noGrp="1"/>
          </p:cNvSpPr>
          <p:nvPr>
            <p:ph idx="1"/>
          </p:nvPr>
        </p:nvSpPr>
        <p:spPr>
          <a:xfrm>
            <a:off x="1097280" y="2041677"/>
            <a:ext cx="6779623" cy="4023360"/>
          </a:xfrm>
        </p:spPr>
        <p:txBody>
          <a:bodyPr>
            <a:normAutofit lnSpcReduction="10000"/>
          </a:bodyPr>
          <a:lstStyle/>
          <a:p>
            <a:pPr indent="-6350">
              <a:lnSpc>
                <a:spcPct val="104000"/>
              </a:lnSpc>
              <a:spcAft>
                <a:spcPts val="1215"/>
              </a:spcAft>
            </a:pPr>
            <a:r>
              <a:rPr lang="en-IN" sz="1800" kern="100" dirty="0">
                <a:solidFill>
                  <a:srgbClr val="000000"/>
                </a:solidFill>
                <a:effectLst/>
                <a:latin typeface="Calibri" panose="020F0502020204030204" pitchFamily="34" charset="0"/>
                <a:ea typeface="Calibri" panose="020F0502020204030204" pitchFamily="34" charset="0"/>
              </a:rPr>
              <a:t>We would like to express our deepest gratitude to everyone who contributed to the successful completion of our project, "</a:t>
            </a:r>
            <a:r>
              <a:rPr lang="en-IN" sz="1800" b="1" kern="100" dirty="0">
                <a:solidFill>
                  <a:srgbClr val="000000"/>
                </a:solidFill>
                <a:effectLst/>
                <a:latin typeface="Calibri" panose="020F0502020204030204" pitchFamily="34" charset="0"/>
                <a:ea typeface="Calibri" panose="020F0502020204030204" pitchFamily="34" charset="0"/>
              </a:rPr>
              <a:t>Employee Salary Management System</a:t>
            </a:r>
            <a:r>
              <a:rPr lang="en-IN" sz="1800" kern="100" dirty="0">
                <a:solidFill>
                  <a:srgbClr val="000000"/>
                </a:solidFill>
                <a:effectLst/>
                <a:latin typeface="Calibri" panose="020F0502020204030204" pitchFamily="34" charset="0"/>
                <a:ea typeface="Calibri" panose="020F0502020204030204" pitchFamily="34" charset="0"/>
              </a:rPr>
              <a:t>." </a:t>
            </a:r>
          </a:p>
          <a:p>
            <a:pPr indent="-6350">
              <a:lnSpc>
                <a:spcPct val="104000"/>
              </a:lnSpc>
              <a:spcAft>
                <a:spcPts val="1215"/>
              </a:spcAft>
            </a:pPr>
            <a:r>
              <a:rPr lang="en-IN" sz="1800" kern="100" dirty="0">
                <a:solidFill>
                  <a:srgbClr val="000000"/>
                </a:solidFill>
                <a:effectLst/>
                <a:latin typeface="Calibri" panose="020F0502020204030204" pitchFamily="34" charset="0"/>
                <a:ea typeface="Calibri" panose="020F0502020204030204" pitchFamily="34" charset="0"/>
              </a:rPr>
              <a:t>Firstly, we extend our heartfelt thanks to our instructor, </a:t>
            </a:r>
            <a:r>
              <a:rPr lang="en-IN" sz="1800" b="1" kern="100" dirty="0">
                <a:solidFill>
                  <a:srgbClr val="000000"/>
                </a:solidFill>
                <a:effectLst/>
                <a:latin typeface="Calibri" panose="020F0502020204030204" pitchFamily="34" charset="0"/>
                <a:ea typeface="Calibri" panose="020F0502020204030204" pitchFamily="34" charset="0"/>
              </a:rPr>
              <a:t>Miss Rohini Bose(SE/IT,IT CENTRE,SER,GRC)</a:t>
            </a:r>
            <a:r>
              <a:rPr lang="en-IN" sz="1800" kern="100" dirty="0">
                <a:solidFill>
                  <a:srgbClr val="000000"/>
                </a:solidFill>
                <a:effectLst/>
                <a:latin typeface="Calibri" panose="020F0502020204030204" pitchFamily="34" charset="0"/>
                <a:ea typeface="Calibri" panose="020F0502020204030204" pitchFamily="34" charset="0"/>
              </a:rPr>
              <a:t>, for her invaluable guidance, support, and encouragement throughout the duration of this project. Her insights and expertise were instrumental in shaping our project and ensuring its success. </a:t>
            </a:r>
          </a:p>
          <a:p>
            <a:pPr indent="-6350">
              <a:lnSpc>
                <a:spcPct val="104000"/>
              </a:lnSpc>
              <a:spcAft>
                <a:spcPts val="1215"/>
              </a:spcAft>
            </a:pPr>
            <a:r>
              <a:rPr lang="en-IN" sz="1800" kern="100" dirty="0">
                <a:solidFill>
                  <a:srgbClr val="000000"/>
                </a:solidFill>
                <a:effectLst/>
                <a:latin typeface="Calibri" panose="020F0502020204030204" pitchFamily="34" charset="0"/>
                <a:ea typeface="Calibri" panose="020F0502020204030204" pitchFamily="34" charset="0"/>
              </a:rPr>
              <a:t>We also wish to thank our team members for their dedication, hard work, and collaboration. The shared effort and collective input from each member were crucial in overcoming challenges and achieving our objectives. </a:t>
            </a:r>
          </a:p>
          <a:p>
            <a:endParaRPr lang="en-IN" dirty="0"/>
          </a:p>
        </p:txBody>
      </p:sp>
      <p:pic>
        <p:nvPicPr>
          <p:cNvPr id="3333" name="Picture 3332">
            <a:extLst>
              <a:ext uri="{FF2B5EF4-FFF2-40B4-BE49-F238E27FC236}">
                <a16:creationId xmlns:a16="http://schemas.microsoft.com/office/drawing/2014/main" id="{D2C2A975-4E68-64FB-1520-4E6C5B15D3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5910" y="2685745"/>
            <a:ext cx="3666338" cy="2434896"/>
          </a:xfrm>
          <a:prstGeom prst="rect">
            <a:avLst/>
          </a:prstGeom>
        </p:spPr>
      </p:pic>
    </p:spTree>
    <p:extLst>
      <p:ext uri="{BB962C8B-B14F-4D97-AF65-F5344CB8AC3E}">
        <p14:creationId xmlns:p14="http://schemas.microsoft.com/office/powerpoint/2010/main" val="436474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9E1B-5B01-6D66-1619-2094B17077F8}"/>
              </a:ext>
            </a:extLst>
          </p:cNvPr>
          <p:cNvSpPr>
            <a:spLocks noGrp="1"/>
          </p:cNvSpPr>
          <p:nvPr>
            <p:ph type="title"/>
          </p:nvPr>
        </p:nvSpPr>
        <p:spPr/>
        <p:txBody>
          <a:bodyPr>
            <a:normAutofit/>
          </a:bodyPr>
          <a:lstStyle/>
          <a:p>
            <a:r>
              <a:rPr lang="en-US" sz="5600" dirty="0">
                <a:latin typeface="High Tower Text" panose="02040502050506030303" pitchFamily="18" charset="0"/>
              </a:rPr>
              <a:t>         </a:t>
            </a:r>
            <a:r>
              <a:rPr lang="en-US" sz="5600" b="1" dirty="0">
                <a:latin typeface="High Tower Text" panose="02040502050506030303" pitchFamily="18" charset="0"/>
              </a:rPr>
              <a:t>INTRODUCTION</a:t>
            </a:r>
            <a:endParaRPr lang="en-IN" sz="5600" b="1" dirty="0">
              <a:latin typeface="High Tower Text" panose="02040502050506030303" pitchFamily="18" charset="0"/>
            </a:endParaRPr>
          </a:p>
        </p:txBody>
      </p:sp>
      <p:sp>
        <p:nvSpPr>
          <p:cNvPr id="3" name="Content Placeholder 2">
            <a:extLst>
              <a:ext uri="{FF2B5EF4-FFF2-40B4-BE49-F238E27FC236}">
                <a16:creationId xmlns:a16="http://schemas.microsoft.com/office/drawing/2014/main" id="{168EDD3B-FDA2-AC36-550F-4ECDC05C2204}"/>
              </a:ext>
            </a:extLst>
          </p:cNvPr>
          <p:cNvSpPr>
            <a:spLocks noGrp="1"/>
          </p:cNvSpPr>
          <p:nvPr>
            <p:ph idx="1"/>
          </p:nvPr>
        </p:nvSpPr>
        <p:spPr>
          <a:xfrm>
            <a:off x="1140632" y="1992387"/>
            <a:ext cx="2493208" cy="3128254"/>
          </a:xfrm>
        </p:spPr>
        <p:txBody>
          <a:bodyPr>
            <a:normAutofit/>
          </a:bodyPr>
          <a:lstStyle/>
          <a:p>
            <a:r>
              <a:rPr lang="en-US" sz="1500" dirty="0"/>
              <a:t>We have develop a web-based application to automate the generation and distribution of employee pay slips, reducing manual workload, minimizing errors, and enhancing data security.</a:t>
            </a:r>
            <a:endParaRPr lang="en-IN" sz="1500" dirty="0"/>
          </a:p>
        </p:txBody>
      </p:sp>
      <p:graphicFrame>
        <p:nvGraphicFramePr>
          <p:cNvPr id="10" name="Diagram 9">
            <a:extLst>
              <a:ext uri="{FF2B5EF4-FFF2-40B4-BE49-F238E27FC236}">
                <a16:creationId xmlns:a16="http://schemas.microsoft.com/office/drawing/2014/main" id="{10AA3834-3E90-0C97-7DD7-D5D2418CD050}"/>
              </a:ext>
            </a:extLst>
          </p:cNvPr>
          <p:cNvGraphicFramePr/>
          <p:nvPr>
            <p:extLst>
              <p:ext uri="{D42A27DB-BD31-4B8C-83A1-F6EECF244321}">
                <p14:modId xmlns:p14="http://schemas.microsoft.com/office/powerpoint/2010/main" val="2390356702"/>
              </p:ext>
            </p:extLst>
          </p:nvPr>
        </p:nvGraphicFramePr>
        <p:xfrm>
          <a:off x="-1572400" y="3550139"/>
          <a:ext cx="8482439" cy="27201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6B010C3F-888D-106B-8949-72A1E018AEF7}"/>
              </a:ext>
            </a:extLst>
          </p:cNvPr>
          <p:cNvGraphicFramePr/>
          <p:nvPr>
            <p:extLst>
              <p:ext uri="{D42A27DB-BD31-4B8C-83A1-F6EECF244321}">
                <p14:modId xmlns:p14="http://schemas.microsoft.com/office/powerpoint/2010/main" val="3080669836"/>
              </p:ext>
            </p:extLst>
          </p:nvPr>
        </p:nvGraphicFramePr>
        <p:xfrm>
          <a:off x="3633840" y="3743761"/>
          <a:ext cx="8350261" cy="243806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9" name="Straight Connector 8">
            <a:extLst>
              <a:ext uri="{FF2B5EF4-FFF2-40B4-BE49-F238E27FC236}">
                <a16:creationId xmlns:a16="http://schemas.microsoft.com/office/drawing/2014/main" id="{42A4C706-34BD-6302-E3D6-12E6D2ACA4C7}"/>
              </a:ext>
            </a:extLst>
          </p:cNvPr>
          <p:cNvCxnSpPr/>
          <p:nvPr/>
        </p:nvCxnSpPr>
        <p:spPr>
          <a:xfrm>
            <a:off x="5108895" y="3976382"/>
            <a:ext cx="0" cy="1652631"/>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0CB45E3-CDA5-5920-1177-5CF7A174526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181386" y="1948179"/>
            <a:ext cx="3647622" cy="1698771"/>
          </a:xfrm>
          <a:prstGeom prst="rect">
            <a:avLst/>
          </a:prstGeom>
        </p:spPr>
      </p:pic>
    </p:spTree>
    <p:extLst>
      <p:ext uri="{BB962C8B-B14F-4D97-AF65-F5344CB8AC3E}">
        <p14:creationId xmlns:p14="http://schemas.microsoft.com/office/powerpoint/2010/main" val="2759826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0D9C-7D75-655F-1B44-8DD459679BFE}"/>
              </a:ext>
            </a:extLst>
          </p:cNvPr>
          <p:cNvSpPr>
            <a:spLocks noGrp="1"/>
          </p:cNvSpPr>
          <p:nvPr>
            <p:ph type="title"/>
          </p:nvPr>
        </p:nvSpPr>
        <p:spPr/>
        <p:txBody>
          <a:bodyPr/>
          <a:lstStyle/>
          <a:p>
            <a:r>
              <a:rPr lang="en-US" dirty="0"/>
              <a:t>                           </a:t>
            </a:r>
            <a:r>
              <a:rPr lang="en-US" b="1" dirty="0"/>
              <a:t>SYNOPSIS</a:t>
            </a:r>
            <a:r>
              <a:rPr lang="en-US" dirty="0"/>
              <a:t> </a:t>
            </a:r>
          </a:p>
        </p:txBody>
      </p:sp>
      <p:sp>
        <p:nvSpPr>
          <p:cNvPr id="3" name="Content Placeholder 2">
            <a:extLst>
              <a:ext uri="{FF2B5EF4-FFF2-40B4-BE49-F238E27FC236}">
                <a16:creationId xmlns:a16="http://schemas.microsoft.com/office/drawing/2014/main" id="{E2B95609-99C2-3B1F-EF46-95B418CC7C6F}"/>
              </a:ext>
            </a:extLst>
          </p:cNvPr>
          <p:cNvSpPr>
            <a:spLocks noGrp="1"/>
          </p:cNvSpPr>
          <p:nvPr>
            <p:ph idx="1"/>
          </p:nvPr>
        </p:nvSpPr>
        <p:spPr>
          <a:xfrm>
            <a:off x="570452" y="2196288"/>
            <a:ext cx="3196205" cy="3203756"/>
          </a:xfrm>
        </p:spPr>
        <p:txBody>
          <a:bodyPr>
            <a:normAutofit/>
          </a:bodyPr>
          <a:lstStyle/>
          <a:p>
            <a:pPr marL="0" indent="0">
              <a:buNone/>
            </a:pPr>
            <a:r>
              <a:rPr lang="en-US" dirty="0"/>
              <a:t>An employee salary management system is a software solution designed to automate and streamline payroll processes</a:t>
            </a:r>
            <a:r>
              <a:rPr lang="en-US" b="1" dirty="0"/>
              <a:t>. </a:t>
            </a:r>
            <a:r>
              <a:rPr lang="en-US" dirty="0"/>
              <a:t>This project aims to improve payroll accuracy, efficiency, and compliance . </a:t>
            </a:r>
            <a:endParaRPr lang="en-US" b="1" dirty="0"/>
          </a:p>
          <a:p>
            <a:endParaRPr lang="en-US" dirty="0">
              <a:latin typeface="Bahnschrift SemiBold" panose="020B0502040204020203" pitchFamily="34" charset="0"/>
            </a:endParaRPr>
          </a:p>
          <a:p>
            <a:endParaRPr lang="en-US" dirty="0">
              <a:latin typeface="Bahnschrift SemiBold" panose="020B0502040204020203" pitchFamily="34" charset="0"/>
            </a:endParaRPr>
          </a:p>
        </p:txBody>
      </p:sp>
      <p:sp>
        <p:nvSpPr>
          <p:cNvPr id="8" name="TextBox 7">
            <a:extLst>
              <a:ext uri="{FF2B5EF4-FFF2-40B4-BE49-F238E27FC236}">
                <a16:creationId xmlns:a16="http://schemas.microsoft.com/office/drawing/2014/main" id="{09AE3D9F-2F43-6596-BEAD-F513A895BFDE}"/>
              </a:ext>
            </a:extLst>
          </p:cNvPr>
          <p:cNvSpPr txBox="1"/>
          <p:nvPr/>
        </p:nvSpPr>
        <p:spPr>
          <a:xfrm>
            <a:off x="5209563" y="4799880"/>
            <a:ext cx="3613553" cy="923330"/>
          </a:xfrm>
          <a:prstGeom prst="rect">
            <a:avLst/>
          </a:prstGeom>
          <a:noFill/>
        </p:spPr>
        <p:txBody>
          <a:bodyPr wrap="none" rtlCol="0">
            <a:spAutoFit/>
          </a:bodyPr>
          <a:lstStyle/>
          <a:p>
            <a:r>
              <a:rPr lang="en-US" b="1" dirty="0"/>
              <a:t>ii. Cons:</a:t>
            </a:r>
          </a:p>
          <a:p>
            <a:pPr>
              <a:buFont typeface="+mj-lt"/>
              <a:buAutoNum type="arabicPeriod"/>
            </a:pPr>
            <a:r>
              <a:rPr lang="en-US" b="1" dirty="0"/>
              <a:t>Initial  Complexity &amp; Data security</a:t>
            </a:r>
          </a:p>
          <a:p>
            <a:pPr>
              <a:buFont typeface="+mj-lt"/>
              <a:buAutoNum type="arabicPeriod"/>
            </a:pPr>
            <a:r>
              <a:rPr lang="en-US" b="1" dirty="0"/>
              <a:t>Technical Dependence</a:t>
            </a:r>
            <a:endParaRPr lang="en-US" dirty="0"/>
          </a:p>
        </p:txBody>
      </p:sp>
      <p:sp>
        <p:nvSpPr>
          <p:cNvPr id="10" name="TextBox 9">
            <a:extLst>
              <a:ext uri="{FF2B5EF4-FFF2-40B4-BE49-F238E27FC236}">
                <a16:creationId xmlns:a16="http://schemas.microsoft.com/office/drawing/2014/main" id="{1DB6D55F-B077-0730-F775-C47E0CE6889A}"/>
              </a:ext>
            </a:extLst>
          </p:cNvPr>
          <p:cNvSpPr txBox="1"/>
          <p:nvPr/>
        </p:nvSpPr>
        <p:spPr>
          <a:xfrm>
            <a:off x="486561" y="4799880"/>
            <a:ext cx="4118884" cy="1200329"/>
          </a:xfrm>
          <a:prstGeom prst="rect">
            <a:avLst/>
          </a:prstGeom>
          <a:noFill/>
        </p:spPr>
        <p:txBody>
          <a:bodyPr wrap="none" rtlCol="0">
            <a:spAutoFit/>
          </a:bodyPr>
          <a:lstStyle/>
          <a:p>
            <a:pPr marL="0" indent="0">
              <a:buNone/>
            </a:pPr>
            <a:r>
              <a:rPr lang="en-US" b="1" dirty="0"/>
              <a:t>i. Pros:</a:t>
            </a:r>
          </a:p>
          <a:p>
            <a:pPr>
              <a:buFont typeface="+mj-lt"/>
              <a:buAutoNum type="arabicPeriod"/>
            </a:pPr>
            <a:r>
              <a:rPr lang="en-US" b="1" dirty="0"/>
              <a:t>Efficiency and Accuracy</a:t>
            </a:r>
            <a:endParaRPr lang="en-US" dirty="0"/>
          </a:p>
          <a:p>
            <a:pPr>
              <a:buFont typeface="+mj-lt"/>
              <a:buAutoNum type="arabicPeriod"/>
            </a:pPr>
            <a:r>
              <a:rPr lang="en-US" b="1" dirty="0"/>
              <a:t>Compliance and Data Security                 </a:t>
            </a:r>
            <a:endParaRPr lang="en-US" dirty="0"/>
          </a:p>
          <a:p>
            <a:endParaRPr lang="en-IN" dirty="0"/>
          </a:p>
        </p:txBody>
      </p:sp>
      <p:pic>
        <p:nvPicPr>
          <p:cNvPr id="12" name="Picture 11">
            <a:extLst>
              <a:ext uri="{FF2B5EF4-FFF2-40B4-BE49-F238E27FC236}">
                <a16:creationId xmlns:a16="http://schemas.microsoft.com/office/drawing/2014/main" id="{A3156071-E4C7-B96C-0889-E111A7778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9857" y="2196288"/>
            <a:ext cx="2226577" cy="2226577"/>
          </a:xfrm>
          <a:prstGeom prst="rect">
            <a:avLst/>
          </a:prstGeom>
        </p:spPr>
      </p:pic>
    </p:spTree>
    <p:extLst>
      <p:ext uri="{BB962C8B-B14F-4D97-AF65-F5344CB8AC3E}">
        <p14:creationId xmlns:p14="http://schemas.microsoft.com/office/powerpoint/2010/main" val="4065831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7C87E-96DD-38D7-2077-FA94E8A5ECE5}"/>
              </a:ext>
            </a:extLst>
          </p:cNvPr>
          <p:cNvSpPr>
            <a:spLocks noGrp="1"/>
          </p:cNvSpPr>
          <p:nvPr>
            <p:ph type="title"/>
          </p:nvPr>
        </p:nvSpPr>
        <p:spPr>
          <a:xfrm>
            <a:off x="1097280" y="-461851"/>
            <a:ext cx="10058400" cy="1450757"/>
          </a:xfrm>
        </p:spPr>
        <p:txBody>
          <a:bodyPr/>
          <a:lstStyle/>
          <a:p>
            <a:pPr algn="ctr"/>
            <a:r>
              <a:rPr lang="en-IN" b="1" dirty="0"/>
              <a:t>FLOWCHART</a:t>
            </a:r>
          </a:p>
        </p:txBody>
      </p:sp>
      <p:pic>
        <p:nvPicPr>
          <p:cNvPr id="5" name="Content Placeholder 4">
            <a:extLst>
              <a:ext uri="{FF2B5EF4-FFF2-40B4-BE49-F238E27FC236}">
                <a16:creationId xmlns:a16="http://schemas.microsoft.com/office/drawing/2014/main" id="{EEA8B0E3-6B5F-203D-520E-948D4F49165D}"/>
              </a:ext>
            </a:extLst>
          </p:cNvPr>
          <p:cNvPicPr>
            <a:picLocks noGrp="1" noChangeAspect="1"/>
          </p:cNvPicPr>
          <p:nvPr>
            <p:ph idx="1"/>
          </p:nvPr>
        </p:nvPicPr>
        <p:blipFill>
          <a:blip r:embed="rId2"/>
          <a:stretch>
            <a:fillRect/>
          </a:stretch>
        </p:blipFill>
        <p:spPr>
          <a:xfrm>
            <a:off x="4207971" y="1077859"/>
            <a:ext cx="3837018" cy="4800427"/>
          </a:xfrm>
        </p:spPr>
      </p:pic>
    </p:spTree>
    <p:extLst>
      <p:ext uri="{BB962C8B-B14F-4D97-AF65-F5344CB8AC3E}">
        <p14:creationId xmlns:p14="http://schemas.microsoft.com/office/powerpoint/2010/main" val="1154560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7C87E-96DD-38D7-2077-FA94E8A5ECE5}"/>
              </a:ext>
            </a:extLst>
          </p:cNvPr>
          <p:cNvSpPr>
            <a:spLocks noGrp="1"/>
          </p:cNvSpPr>
          <p:nvPr>
            <p:ph type="title"/>
          </p:nvPr>
        </p:nvSpPr>
        <p:spPr>
          <a:xfrm>
            <a:off x="989703" y="-461851"/>
            <a:ext cx="10058400" cy="1450757"/>
          </a:xfrm>
        </p:spPr>
        <p:txBody>
          <a:bodyPr/>
          <a:lstStyle/>
          <a:p>
            <a:pPr algn="ctr"/>
            <a:r>
              <a:rPr lang="en-IN" b="1" dirty="0"/>
              <a:t>E.R. DIAGRAM</a:t>
            </a:r>
          </a:p>
        </p:txBody>
      </p:sp>
      <p:sp>
        <p:nvSpPr>
          <p:cNvPr id="3" name="Content Placeholder 2">
            <a:extLst>
              <a:ext uri="{FF2B5EF4-FFF2-40B4-BE49-F238E27FC236}">
                <a16:creationId xmlns:a16="http://schemas.microsoft.com/office/drawing/2014/main" id="{804BEDC3-3BBE-86F4-E9B2-B35BF860BB9F}"/>
              </a:ext>
            </a:extLst>
          </p:cNvPr>
          <p:cNvSpPr>
            <a:spLocks noGrp="1"/>
          </p:cNvSpPr>
          <p:nvPr>
            <p:ph idx="1"/>
          </p:nvPr>
        </p:nvSpPr>
        <p:spPr/>
        <p:txBody>
          <a:bodyPr/>
          <a:lstStyle/>
          <a:p>
            <a:endParaRPr lang="en-IN" dirty="0"/>
          </a:p>
          <a:p>
            <a:endParaRPr lang="en-IN" dirty="0"/>
          </a:p>
        </p:txBody>
      </p:sp>
      <p:pic>
        <p:nvPicPr>
          <p:cNvPr id="5" name="Picture 4">
            <a:extLst>
              <a:ext uri="{FF2B5EF4-FFF2-40B4-BE49-F238E27FC236}">
                <a16:creationId xmlns:a16="http://schemas.microsoft.com/office/drawing/2014/main" id="{ECF66877-2364-1C20-65B6-F778E21816DA}"/>
              </a:ext>
            </a:extLst>
          </p:cNvPr>
          <p:cNvPicPr>
            <a:picLocks noChangeAspect="1"/>
          </p:cNvPicPr>
          <p:nvPr/>
        </p:nvPicPr>
        <p:blipFill>
          <a:blip r:embed="rId2"/>
          <a:stretch>
            <a:fillRect/>
          </a:stretch>
        </p:blipFill>
        <p:spPr>
          <a:xfrm>
            <a:off x="2903665" y="1095488"/>
            <a:ext cx="6230476" cy="4667024"/>
          </a:xfrm>
          <a:prstGeom prst="rect">
            <a:avLst/>
          </a:prstGeom>
        </p:spPr>
      </p:pic>
    </p:spTree>
    <p:extLst>
      <p:ext uri="{BB962C8B-B14F-4D97-AF65-F5344CB8AC3E}">
        <p14:creationId xmlns:p14="http://schemas.microsoft.com/office/powerpoint/2010/main" val="312932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7C87E-96DD-38D7-2077-FA94E8A5ECE5}"/>
              </a:ext>
            </a:extLst>
          </p:cNvPr>
          <p:cNvSpPr>
            <a:spLocks noGrp="1"/>
          </p:cNvSpPr>
          <p:nvPr>
            <p:ph type="title"/>
          </p:nvPr>
        </p:nvSpPr>
        <p:spPr/>
        <p:txBody>
          <a:bodyPr/>
          <a:lstStyle/>
          <a:p>
            <a:pPr algn="ctr"/>
            <a:r>
              <a:rPr lang="en-IN" b="1" dirty="0"/>
              <a:t>BIBLIOGRAPHY</a:t>
            </a:r>
          </a:p>
        </p:txBody>
      </p:sp>
      <p:graphicFrame>
        <p:nvGraphicFramePr>
          <p:cNvPr id="5" name="Content Placeholder 4">
            <a:extLst>
              <a:ext uri="{FF2B5EF4-FFF2-40B4-BE49-F238E27FC236}">
                <a16:creationId xmlns:a16="http://schemas.microsoft.com/office/drawing/2014/main" id="{E08068F1-A68C-EF94-3D61-D1DF532EAC37}"/>
              </a:ext>
            </a:extLst>
          </p:cNvPr>
          <p:cNvGraphicFramePr>
            <a:graphicFrameLocks noGrp="1"/>
          </p:cNvGraphicFramePr>
          <p:nvPr>
            <p:ph idx="1"/>
            <p:extLst>
              <p:ext uri="{D42A27DB-BD31-4B8C-83A1-F6EECF244321}">
                <p14:modId xmlns:p14="http://schemas.microsoft.com/office/powerpoint/2010/main" val="618759587"/>
              </p:ext>
            </p:extLst>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3100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rrow: Down 8">
            <a:extLst>
              <a:ext uri="{FF2B5EF4-FFF2-40B4-BE49-F238E27FC236}">
                <a16:creationId xmlns:a16="http://schemas.microsoft.com/office/drawing/2014/main" id="{A11E422F-B04D-51D5-AC7F-6E4DB30EEE0A}"/>
              </a:ext>
            </a:extLst>
          </p:cNvPr>
          <p:cNvSpPr/>
          <p:nvPr/>
        </p:nvSpPr>
        <p:spPr>
          <a:xfrm>
            <a:off x="8863749" y="4754880"/>
            <a:ext cx="1476103" cy="15152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Right 5">
            <a:extLst>
              <a:ext uri="{FF2B5EF4-FFF2-40B4-BE49-F238E27FC236}">
                <a16:creationId xmlns:a16="http://schemas.microsoft.com/office/drawing/2014/main" id="{BF6172C7-4B52-A913-CE1B-ADE17CEEECAB}"/>
              </a:ext>
            </a:extLst>
          </p:cNvPr>
          <p:cNvSpPr/>
          <p:nvPr/>
        </p:nvSpPr>
        <p:spPr>
          <a:xfrm>
            <a:off x="5116286" y="3265715"/>
            <a:ext cx="1959428" cy="12540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D6164F3-138B-027F-BEFF-86A4BDE713FE}"/>
              </a:ext>
            </a:extLst>
          </p:cNvPr>
          <p:cNvSpPr>
            <a:spLocks noGrp="1"/>
          </p:cNvSpPr>
          <p:nvPr>
            <p:ph type="title"/>
          </p:nvPr>
        </p:nvSpPr>
        <p:spPr>
          <a:xfrm>
            <a:off x="796835" y="-588608"/>
            <a:ext cx="10058400" cy="1450757"/>
          </a:xfrm>
        </p:spPr>
        <p:txBody>
          <a:bodyPr/>
          <a:lstStyle/>
          <a:p>
            <a:pPr algn="ctr"/>
            <a:r>
              <a:rPr lang="en-IN" b="1" dirty="0"/>
              <a:t>SCREENSHOTS</a:t>
            </a:r>
          </a:p>
        </p:txBody>
      </p:sp>
      <p:pic>
        <p:nvPicPr>
          <p:cNvPr id="5" name="Content Placeholder 4">
            <a:extLst>
              <a:ext uri="{FF2B5EF4-FFF2-40B4-BE49-F238E27FC236}">
                <a16:creationId xmlns:a16="http://schemas.microsoft.com/office/drawing/2014/main" id="{5D97C269-1C2A-4CC1-A473-CA0427ACFE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111" y="2330545"/>
            <a:ext cx="5052175" cy="2841848"/>
          </a:xfrm>
        </p:spPr>
      </p:pic>
      <p:pic>
        <p:nvPicPr>
          <p:cNvPr id="8" name="Picture 7">
            <a:extLst>
              <a:ext uri="{FF2B5EF4-FFF2-40B4-BE49-F238E27FC236}">
                <a16:creationId xmlns:a16="http://schemas.microsoft.com/office/drawing/2014/main" id="{AD4CA79C-9D80-F4FB-04EC-DE99C6EC3C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5713" y="2300710"/>
            <a:ext cx="5052176" cy="2841849"/>
          </a:xfrm>
          <a:prstGeom prst="rect">
            <a:avLst/>
          </a:prstGeom>
        </p:spPr>
      </p:pic>
    </p:spTree>
    <p:extLst>
      <p:ext uri="{BB962C8B-B14F-4D97-AF65-F5344CB8AC3E}">
        <p14:creationId xmlns:p14="http://schemas.microsoft.com/office/powerpoint/2010/main" val="937612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rrow: Right 5">
            <a:extLst>
              <a:ext uri="{FF2B5EF4-FFF2-40B4-BE49-F238E27FC236}">
                <a16:creationId xmlns:a16="http://schemas.microsoft.com/office/drawing/2014/main" id="{C78457F8-64E8-D67C-6E66-6504E69DC81C}"/>
              </a:ext>
            </a:extLst>
          </p:cNvPr>
          <p:cNvSpPr/>
          <p:nvPr/>
        </p:nvSpPr>
        <p:spPr>
          <a:xfrm>
            <a:off x="4258491" y="3082834"/>
            <a:ext cx="1837509" cy="1280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6EA9655-7E54-3016-7B80-10DED3CFF492}"/>
              </a:ext>
            </a:extLst>
          </p:cNvPr>
          <p:cNvSpPr>
            <a:spLocks noGrp="1"/>
          </p:cNvSpPr>
          <p:nvPr>
            <p:ph type="title"/>
          </p:nvPr>
        </p:nvSpPr>
        <p:spPr>
          <a:xfrm>
            <a:off x="1066800" y="-725379"/>
            <a:ext cx="10058400" cy="1450757"/>
          </a:xfrm>
        </p:spPr>
        <p:txBody>
          <a:bodyPr/>
          <a:lstStyle/>
          <a:p>
            <a:pPr algn="ctr"/>
            <a:r>
              <a:rPr lang="en-IN" b="1" i="1" dirty="0"/>
              <a:t>SCREENSHOTS</a:t>
            </a:r>
          </a:p>
        </p:txBody>
      </p:sp>
      <p:pic>
        <p:nvPicPr>
          <p:cNvPr id="5" name="Content Placeholder 4">
            <a:extLst>
              <a:ext uri="{FF2B5EF4-FFF2-40B4-BE49-F238E27FC236}">
                <a16:creationId xmlns:a16="http://schemas.microsoft.com/office/drawing/2014/main" id="{CB945D0D-2A9B-CD92-746E-CE49D0602F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0445" y="2144195"/>
            <a:ext cx="4297577" cy="2967147"/>
          </a:xfrm>
        </p:spPr>
      </p:pic>
      <p:pic>
        <p:nvPicPr>
          <p:cNvPr id="8" name="Picture 7">
            <a:extLst>
              <a:ext uri="{FF2B5EF4-FFF2-40B4-BE49-F238E27FC236}">
                <a16:creationId xmlns:a16="http://schemas.microsoft.com/office/drawing/2014/main" id="{D91CDF07-4CDE-B6C5-5A7F-B0676CB77D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8825" y="2285998"/>
            <a:ext cx="4756375" cy="3270341"/>
          </a:xfrm>
          <a:prstGeom prst="rect">
            <a:avLst/>
          </a:prstGeom>
        </p:spPr>
      </p:pic>
      <p:sp>
        <p:nvSpPr>
          <p:cNvPr id="9" name="Arrow: Down 8">
            <a:extLst>
              <a:ext uri="{FF2B5EF4-FFF2-40B4-BE49-F238E27FC236}">
                <a16:creationId xmlns:a16="http://schemas.microsoft.com/office/drawing/2014/main" id="{6DFABB28-40DD-6C13-DB0C-BACDEEDCBCAC}"/>
              </a:ext>
            </a:extLst>
          </p:cNvPr>
          <p:cNvSpPr/>
          <p:nvPr/>
        </p:nvSpPr>
        <p:spPr>
          <a:xfrm>
            <a:off x="7963240" y="5111341"/>
            <a:ext cx="1567543" cy="12372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a:extLst>
              <a:ext uri="{FF2B5EF4-FFF2-40B4-BE49-F238E27FC236}">
                <a16:creationId xmlns:a16="http://schemas.microsoft.com/office/drawing/2014/main" id="{ED5A4D64-28F0-39B1-FB98-FC5A1344B9F3}"/>
              </a:ext>
            </a:extLst>
          </p:cNvPr>
          <p:cNvSpPr/>
          <p:nvPr/>
        </p:nvSpPr>
        <p:spPr>
          <a:xfrm>
            <a:off x="1567543" y="1645920"/>
            <a:ext cx="1528354" cy="9666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14053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6E4BB-4EF1-5CAF-5305-8399FA3C6BD1}"/>
              </a:ext>
            </a:extLst>
          </p:cNvPr>
          <p:cNvSpPr>
            <a:spLocks noGrp="1"/>
          </p:cNvSpPr>
          <p:nvPr>
            <p:ph type="title"/>
          </p:nvPr>
        </p:nvSpPr>
        <p:spPr>
          <a:xfrm>
            <a:off x="914400" y="-575545"/>
            <a:ext cx="10058400" cy="1450757"/>
          </a:xfrm>
        </p:spPr>
        <p:txBody>
          <a:bodyPr/>
          <a:lstStyle/>
          <a:p>
            <a:pPr algn="ctr"/>
            <a:r>
              <a:rPr lang="en-IN" b="1" i="1" dirty="0"/>
              <a:t>FINAL PAYSLIP SCREENSHOT</a:t>
            </a:r>
          </a:p>
        </p:txBody>
      </p:sp>
      <p:pic>
        <p:nvPicPr>
          <p:cNvPr id="5" name="Content Placeholder 4">
            <a:extLst>
              <a:ext uri="{FF2B5EF4-FFF2-40B4-BE49-F238E27FC236}">
                <a16:creationId xmlns:a16="http://schemas.microsoft.com/office/drawing/2014/main" id="{67EBCF22-D06A-4BE6-97B5-3832F03A66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2754" y="875212"/>
            <a:ext cx="8200655" cy="5388190"/>
          </a:xfrm>
        </p:spPr>
      </p:pic>
      <p:sp>
        <p:nvSpPr>
          <p:cNvPr id="6" name="Arrow: Right 5">
            <a:extLst>
              <a:ext uri="{FF2B5EF4-FFF2-40B4-BE49-F238E27FC236}">
                <a16:creationId xmlns:a16="http://schemas.microsoft.com/office/drawing/2014/main" id="{E1646A50-31BC-84AE-A78F-8AC17440B03B}"/>
              </a:ext>
            </a:extLst>
          </p:cNvPr>
          <p:cNvSpPr/>
          <p:nvPr/>
        </p:nvSpPr>
        <p:spPr>
          <a:xfrm>
            <a:off x="365760" y="3069771"/>
            <a:ext cx="1881051" cy="14507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5289881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424</TotalTime>
  <Words>466</Words>
  <Application>Microsoft Office PowerPoint</Application>
  <PresentationFormat>Widescreen</PresentationFormat>
  <Paragraphs>46</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Retrospect</vt:lpstr>
      <vt:lpstr>EMPLOYEE SALARY MANAGEMENT SYSTEM</vt:lpstr>
      <vt:lpstr>          </vt:lpstr>
      <vt:lpstr>     ACKNOWLEDGEMENT</vt:lpstr>
      <vt:lpstr>         INTRODUCTION</vt:lpstr>
      <vt:lpstr>                           SYNOPSIS </vt:lpstr>
      <vt:lpstr>FLOWCHART</vt:lpstr>
      <vt:lpstr>E.R. DIAGRAM</vt:lpstr>
      <vt:lpstr>BIBLIOGRAPHY</vt:lpstr>
      <vt:lpstr>SCREENSHOTS</vt:lpstr>
      <vt:lpstr>SCREENSHOTS</vt:lpstr>
      <vt:lpstr>FINAL PAYSLIP SCREENSHOT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SALARY MANAGEMENT SYSTEM</dc:title>
  <dc:creator>akshaya sahoo</dc:creator>
  <cp:lastModifiedBy>priyanshusahoo148@gmail.com</cp:lastModifiedBy>
  <cp:revision>8</cp:revision>
  <dcterms:created xsi:type="dcterms:W3CDTF">2024-07-10T07:03:38Z</dcterms:created>
  <dcterms:modified xsi:type="dcterms:W3CDTF">2026-04-06T09:47:39Z</dcterms:modified>
</cp:coreProperties>
</file>